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67676"/>
    <a:srgbClr val="FFEBE7"/>
    <a:srgbClr val="FCF5FA"/>
    <a:srgbClr val="FDEEE5"/>
    <a:srgbClr val="FFDFD9"/>
    <a:srgbClr val="FFD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021"/>
    <p:restoredTop sz="94838"/>
  </p:normalViewPr>
  <p:slideViewPr>
    <p:cSldViewPr snapToGrid="0">
      <p:cViewPr varScale="1">
        <p:scale>
          <a:sx n="122" d="100"/>
          <a:sy n="122" d="100"/>
        </p:scale>
        <p:origin x="216" y="6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notesViewPr>
    <p:cSldViewPr snapToGrid="0">
      <p:cViewPr varScale="1">
        <p:scale>
          <a:sx n="97" d="100"/>
          <a:sy n="97" d="100"/>
        </p:scale>
        <p:origin x="4328" y="20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Warnings</c:v>
                </c:pt>
              </c:strCache>
            </c:strRef>
          </c:tx>
          <c:spPr>
            <a:solidFill>
              <a:srgbClr val="005BAC"/>
            </a:solidFill>
          </c:spPr>
          <c:cat>
            <c:strRef>
              <c:f>Sheet1!$A$2:$A$3</c:f>
              <c:strCache>
                <c:ptCount val="2"/>
                <c:pt idx="0">
                  <c:v>Before</c:v>
                </c:pt>
                <c:pt idx="1">
                  <c:v>After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</c:v>
                </c:pt>
                <c:pt idx="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Layouts</c:v>
                </c:pt>
              </c:strCache>
            </c:strRef>
          </c:tx>
          <c:spPr>
            <a:solidFill>
              <a:srgbClr val="0097A7"/>
            </a:solidFill>
          </c:spPr>
          <c:cat>
            <c:strRef>
              <c:f>Sheet1!$A$2:$A$3</c:f>
              <c:strCache>
                <c:ptCount val="2"/>
                <c:pt idx="0">
                  <c:v>Before</c:v>
                </c:pt>
                <c:pt idx="1">
                  <c:v>After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25</c:v>
                </c:pt>
                <c:pt idx="1">
                  <c:v>25</c:v>
                </c:pt>
              </c:numCache>
            </c:numRef>
          </c:val>
        </c:ser>
        <c:dLbls>
          <c:numFmt formatCode="0" sourceLinked="0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400" b="0" i="0">
                <a:solidFill>
                  <a:srgbClr val="333333"/>
                </a:solidFill>
                <a:latin typeface="Meiryo U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1400" b="0" i="0">
                <a:solidFill>
                  <a:srgbClr val="333333"/>
                </a:solidFill>
                <a:latin typeface="Meiryo U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83749C5-FFD9-114C-B10A-D0464B391B79}" type="datetimeFigureOut">
              <a:rPr kumimoji="1" lang="ja-JP" altLang="en-US" smtClean="0"/>
              <a:t>2025/10/31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B5317E-5330-4C47-B57A-8234620E534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496613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2D84DCE-C051-03DE-B1D6-1DF19D1D5F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2418" y="2134590"/>
            <a:ext cx="11567158" cy="2588820"/>
          </a:xfrm>
        </p:spPr>
        <p:txBody>
          <a:bodyPr anchor="ctr">
            <a:normAutofit/>
          </a:bodyPr>
          <a:lstStyle>
            <a:lvl1pPr algn="l">
              <a:defRPr sz="4000" b="1">
                <a:solidFill>
                  <a:schemeClr val="tx1"/>
                </a:solidFill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Sub Title">
            <a:extLst>
              <a:ext uri="{FF2B5EF4-FFF2-40B4-BE49-F238E27FC236}">
                <a16:creationId xmlns:a16="http://schemas.microsoft.com/office/drawing/2014/main" id="{98383E1F-BA14-DAB2-1331-9B75C67317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2420" y="5248894"/>
            <a:ext cx="11567159" cy="866900"/>
          </a:xfrm>
        </p:spPr>
        <p:txBody>
          <a:bodyPr anchor="b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6" name="Num">
            <a:extLst>
              <a:ext uri="{FF2B5EF4-FFF2-40B4-BE49-F238E27FC236}">
                <a16:creationId xmlns:a16="http://schemas.microsoft.com/office/drawing/2014/main" id="{07FAC22B-6CD8-8517-1E80-7DAE2D5A3B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B15DA-11C7-0141-B5F8-718388A4C1CD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8" name="Text1">
            <a:extLst>
              <a:ext uri="{FF2B5EF4-FFF2-40B4-BE49-F238E27FC236}">
                <a16:creationId xmlns:a16="http://schemas.microsoft.com/office/drawing/2014/main" id="{3A870BA1-F4D1-7DCE-933C-62413C8412F8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312419" y="463139"/>
            <a:ext cx="11567157" cy="629391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Logo">
            <a:extLst>
              <a:ext uri="{FF2B5EF4-FFF2-40B4-BE49-F238E27FC236}">
                <a16:creationId xmlns:a16="http://schemas.microsoft.com/office/drawing/2014/main" id="{7214F02D-2D38-0E5D-6C46-AEA066F785D6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0965176" y="178130"/>
            <a:ext cx="914400" cy="9144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kumimoji="1" lang="en-US" altLang="ja-JP" dirty="0"/>
              <a:t>logo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4433716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Covor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Num">
            <a:extLst>
              <a:ext uri="{FF2B5EF4-FFF2-40B4-BE49-F238E27FC236}">
                <a16:creationId xmlns:a16="http://schemas.microsoft.com/office/drawing/2014/main" id="{2132AAD4-F547-CCCC-FA45-D2D977DBFF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3268980" cy="365125"/>
          </a:xfrm>
        </p:spPr>
        <p:txBody>
          <a:bodyPr/>
          <a:lstStyle>
            <a:lvl1pPr>
              <a:defRPr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fld id="{C9FB15DA-11C7-0141-B5F8-718388A4C1CD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" name="Section Title">
            <a:extLst>
              <a:ext uri="{FF2B5EF4-FFF2-40B4-BE49-F238E27FC236}">
                <a16:creationId xmlns:a16="http://schemas.microsoft.com/office/drawing/2014/main" id="{D7D20AF3-74A4-EA6A-7F2A-C03F94D0D0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2418" y="2134590"/>
            <a:ext cx="11567158" cy="2588820"/>
          </a:xfrm>
        </p:spPr>
        <p:txBody>
          <a:bodyPr anchor="ctr">
            <a:normAutofit/>
          </a:bodyPr>
          <a:lstStyle>
            <a:lvl1pPr algn="l">
              <a:defRPr sz="4000" b="1">
                <a:solidFill>
                  <a:schemeClr val="tx1"/>
                </a:solidFill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4" name="Section Sub Title">
            <a:extLst>
              <a:ext uri="{FF2B5EF4-FFF2-40B4-BE49-F238E27FC236}">
                <a16:creationId xmlns:a16="http://schemas.microsoft.com/office/drawing/2014/main" id="{7BFF003A-4DBB-9861-C311-1FCA49BD86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2417" y="4845702"/>
            <a:ext cx="11567159" cy="866900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10" name="Logo">
            <a:extLst>
              <a:ext uri="{FF2B5EF4-FFF2-40B4-BE49-F238E27FC236}">
                <a16:creationId xmlns:a16="http://schemas.microsoft.com/office/drawing/2014/main" id="{4BC56AA8-8228-D08D-0833-F41D7D6FDB32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0965176" y="178130"/>
            <a:ext cx="914400" cy="9144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kumimoji="1" lang="en-US" altLang="ja-JP" dirty="0"/>
              <a:t>logo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177901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Covor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Num">
            <a:extLst>
              <a:ext uri="{FF2B5EF4-FFF2-40B4-BE49-F238E27FC236}">
                <a16:creationId xmlns:a16="http://schemas.microsoft.com/office/drawing/2014/main" id="{2132AAD4-F547-CCCC-FA45-D2D977DBFF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3268980" cy="365125"/>
          </a:xfrm>
        </p:spPr>
        <p:txBody>
          <a:bodyPr/>
          <a:lstStyle>
            <a:lvl1pPr>
              <a:defRPr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fld id="{C9FB15DA-11C7-0141-B5F8-718388A4C1CD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" name="Section Title">
            <a:extLst>
              <a:ext uri="{FF2B5EF4-FFF2-40B4-BE49-F238E27FC236}">
                <a16:creationId xmlns:a16="http://schemas.microsoft.com/office/drawing/2014/main" id="{D7D20AF3-74A4-EA6A-7F2A-C03F94D0D0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2418" y="2134590"/>
            <a:ext cx="11567158" cy="2588820"/>
          </a:xfrm>
        </p:spPr>
        <p:txBody>
          <a:bodyPr anchor="ctr">
            <a:normAutofit/>
          </a:bodyPr>
          <a:lstStyle>
            <a:lvl1pPr algn="ctr">
              <a:defRPr sz="4000" b="1">
                <a:solidFill>
                  <a:schemeClr val="tx1"/>
                </a:solidFill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4" name="Section Sub Title">
            <a:extLst>
              <a:ext uri="{FF2B5EF4-FFF2-40B4-BE49-F238E27FC236}">
                <a16:creationId xmlns:a16="http://schemas.microsoft.com/office/drawing/2014/main" id="{7BFF003A-4DBB-9861-C311-1FCA49BD86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2417" y="4845702"/>
            <a:ext cx="11567159" cy="8669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8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10" name="Logo">
            <a:extLst>
              <a:ext uri="{FF2B5EF4-FFF2-40B4-BE49-F238E27FC236}">
                <a16:creationId xmlns:a16="http://schemas.microsoft.com/office/drawing/2014/main" id="{4BC56AA8-8228-D08D-0833-F41D7D6FDB32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0965176" y="178130"/>
            <a:ext cx="914400" cy="9144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kumimoji="1" lang="en-US" altLang="ja-JP" dirty="0"/>
              <a:t>logo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960904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Num">
            <a:extLst>
              <a:ext uri="{FF2B5EF4-FFF2-40B4-BE49-F238E27FC236}">
                <a16:creationId xmlns:a16="http://schemas.microsoft.com/office/drawing/2014/main" id="{ED36DFD0-93B2-8751-F203-50EE02E97C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fld id="{C9FB15DA-11C7-0141-B5F8-718388A4C1CD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3" name="Agenda">
            <a:extLst>
              <a:ext uri="{FF2B5EF4-FFF2-40B4-BE49-F238E27FC236}">
                <a16:creationId xmlns:a16="http://schemas.microsoft.com/office/drawing/2014/main" id="{67FE441F-46D6-37C5-59B1-23F540F0D0B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12420" y="593766"/>
            <a:ext cx="11567160" cy="5540704"/>
          </a:xfrm>
        </p:spPr>
        <p:txBody>
          <a:bodyPr>
            <a:normAutofit/>
          </a:bodyPr>
          <a:lstStyle>
            <a:lvl1pPr marL="342900" indent="-342900">
              <a:lnSpc>
                <a:spcPct val="150000"/>
              </a:lnSpc>
              <a:buFont typeface="+mj-lt"/>
              <a:buAutoNum type="arabicPeriod"/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 marL="800100" indent="-342900">
              <a:lnSpc>
                <a:spcPct val="150000"/>
              </a:lnSpc>
              <a:buFont typeface="+mj-lt"/>
              <a:buAutoNum type="arabicPeriod"/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 marL="1257300" indent="-342900">
              <a:lnSpc>
                <a:spcPct val="150000"/>
              </a:lnSpc>
              <a:buFont typeface="+mj-lt"/>
              <a:buAutoNum type="arabicPeriod"/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buFont typeface="+mj-lt"/>
              <a:buAutoNum type="arabicPeriod"/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buFont typeface="+mj-lt"/>
              <a:buAutoNum type="arabicPeriod"/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目次</a:t>
            </a:r>
            <a:r>
              <a:rPr kumimoji="1" lang="en-US" altLang="ja-JP" dirty="0"/>
              <a:t>1</a:t>
            </a:r>
          </a:p>
          <a:p>
            <a:pPr lvl="0"/>
            <a:r>
              <a:rPr kumimoji="1" lang="ja-JP" altLang="en-US"/>
              <a:t>目次</a:t>
            </a:r>
            <a:r>
              <a:rPr kumimoji="1" lang="en-US" altLang="ja-JP" dirty="0"/>
              <a:t>2</a:t>
            </a:r>
          </a:p>
          <a:p>
            <a:pPr lvl="1"/>
            <a:r>
              <a:rPr kumimoji="1" lang="ja-JP" altLang="en-US"/>
              <a:t>目次</a:t>
            </a:r>
            <a:r>
              <a:rPr kumimoji="1" lang="en-US" altLang="ja-JP" dirty="0"/>
              <a:t>2-1</a:t>
            </a:r>
          </a:p>
          <a:p>
            <a:pPr lvl="1"/>
            <a:r>
              <a:rPr kumimoji="1" lang="ja-JP" altLang="en-US"/>
              <a:t>目次</a:t>
            </a:r>
            <a:r>
              <a:rPr kumimoji="1" lang="en-US" altLang="ja-JP" dirty="0"/>
              <a:t>2-2</a:t>
            </a:r>
          </a:p>
          <a:p>
            <a:pPr lvl="2"/>
            <a:r>
              <a:rPr kumimoji="1" lang="ja-JP" altLang="en-US"/>
              <a:t>目次</a:t>
            </a:r>
            <a:r>
              <a:rPr kumimoji="1" lang="en-US" altLang="ja-JP" dirty="0"/>
              <a:t>2-2-1</a:t>
            </a:r>
          </a:p>
          <a:p>
            <a:pPr lvl="2"/>
            <a:r>
              <a:rPr kumimoji="1" lang="ja-JP" altLang="en-US"/>
              <a:t>目次</a:t>
            </a:r>
            <a:r>
              <a:rPr kumimoji="1" lang="en-US" altLang="ja-JP" dirty="0"/>
              <a:t>2-2-2</a:t>
            </a:r>
          </a:p>
          <a:p>
            <a:pPr lvl="0"/>
            <a:endParaRPr kumimoji="1" lang="en-US" altLang="ja-JP" dirty="0"/>
          </a:p>
        </p:txBody>
      </p:sp>
      <p:sp>
        <p:nvSpPr>
          <p:cNvPr id="7" name="Sub Title">
            <a:extLst>
              <a:ext uri="{FF2B5EF4-FFF2-40B4-BE49-F238E27FC236}">
                <a16:creationId xmlns:a16="http://schemas.microsoft.com/office/drawing/2014/main" id="{E2C3996E-840E-0D63-ADDD-8028F4E39F1F}"/>
              </a:ext>
            </a:extLst>
          </p:cNvPr>
          <p:cNvSpPr>
            <a:spLocks noGrp="1"/>
          </p:cNvSpPr>
          <p:nvPr>
            <p:ph type="subTitle" idx="15" hasCustomPrompt="1"/>
          </p:nvPr>
        </p:nvSpPr>
        <p:spPr>
          <a:xfrm>
            <a:off x="312420" y="0"/>
            <a:ext cx="4694586" cy="320634"/>
          </a:xfrm>
        </p:spPr>
        <p:txBody>
          <a:bodyPr anchor="b">
            <a:normAutofit/>
          </a:bodyPr>
          <a:lstStyle>
            <a:lvl1pPr marL="0" indent="0" algn="l">
              <a:buNone/>
              <a:defRPr sz="1800">
                <a:solidFill>
                  <a:srgbClr val="767676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の書式設定</a:t>
            </a:r>
          </a:p>
        </p:txBody>
      </p:sp>
      <p:sp>
        <p:nvSpPr>
          <p:cNvPr id="4" name="Logo">
            <a:extLst>
              <a:ext uri="{FF2B5EF4-FFF2-40B4-BE49-F238E27FC236}">
                <a16:creationId xmlns:a16="http://schemas.microsoft.com/office/drawing/2014/main" id="{2574E9EA-BCA3-2FB2-1B75-DE58A3A28D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0965176" y="178130"/>
            <a:ext cx="914400" cy="9144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kumimoji="1" lang="en-US" altLang="ja-JP" dirty="0"/>
              <a:t>logo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606622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Detai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 Message">
            <a:extLst>
              <a:ext uri="{FF2B5EF4-FFF2-40B4-BE49-F238E27FC236}">
                <a16:creationId xmlns:a16="http://schemas.microsoft.com/office/drawing/2014/main" id="{1C878911-0E99-4C7F-A17C-E4C6E06AD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Body">
            <a:extLst>
              <a:ext uri="{FF2B5EF4-FFF2-40B4-BE49-F238E27FC236}">
                <a16:creationId xmlns:a16="http://schemas.microsoft.com/office/drawing/2014/main" id="{CE3F0D44-172A-CF1D-E1C1-730B2FD322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Num">
            <a:extLst>
              <a:ext uri="{FF2B5EF4-FFF2-40B4-BE49-F238E27FC236}">
                <a16:creationId xmlns:a16="http://schemas.microsoft.com/office/drawing/2014/main" id="{ED36DFD0-93B2-8751-F203-50EE02E97C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fld id="{C9FB15DA-11C7-0141-B5F8-718388A4C1CD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7" name="Sub Title">
            <a:extLst>
              <a:ext uri="{FF2B5EF4-FFF2-40B4-BE49-F238E27FC236}">
                <a16:creationId xmlns:a16="http://schemas.microsoft.com/office/drawing/2014/main" id="{CFB8029D-253E-8847-5284-0B7DE07D1472}"/>
              </a:ext>
            </a:extLst>
          </p:cNvPr>
          <p:cNvSpPr>
            <a:spLocks noGrp="1"/>
          </p:cNvSpPr>
          <p:nvPr>
            <p:ph type="subTitle" idx="15" hasCustomPrompt="1"/>
          </p:nvPr>
        </p:nvSpPr>
        <p:spPr>
          <a:xfrm>
            <a:off x="312420" y="0"/>
            <a:ext cx="4694586" cy="320634"/>
          </a:xfrm>
        </p:spPr>
        <p:txBody>
          <a:bodyPr anchor="b">
            <a:normAutofit/>
          </a:bodyPr>
          <a:lstStyle>
            <a:lvl1pPr marL="0" indent="0" algn="l">
              <a:buNone/>
              <a:defRPr sz="1800">
                <a:solidFill>
                  <a:srgbClr val="767676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39833333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Rows Detai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 Message">
            <a:extLst>
              <a:ext uri="{FF2B5EF4-FFF2-40B4-BE49-F238E27FC236}">
                <a16:creationId xmlns:a16="http://schemas.microsoft.com/office/drawing/2014/main" id="{1C878911-0E99-4C7F-A17C-E4C6E06AD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Body Upper">
            <a:extLst>
              <a:ext uri="{FF2B5EF4-FFF2-40B4-BE49-F238E27FC236}">
                <a16:creationId xmlns:a16="http://schemas.microsoft.com/office/drawing/2014/main" id="{CE3F0D44-172A-CF1D-E1C1-730B2FD322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2420" y="1591295"/>
            <a:ext cx="11567160" cy="2178500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Num">
            <a:extLst>
              <a:ext uri="{FF2B5EF4-FFF2-40B4-BE49-F238E27FC236}">
                <a16:creationId xmlns:a16="http://schemas.microsoft.com/office/drawing/2014/main" id="{ED36DFD0-93B2-8751-F203-50EE02E97C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fld id="{C9FB15DA-11C7-0141-B5F8-718388A4C1CD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7" name="Sub Title">
            <a:extLst>
              <a:ext uri="{FF2B5EF4-FFF2-40B4-BE49-F238E27FC236}">
                <a16:creationId xmlns:a16="http://schemas.microsoft.com/office/drawing/2014/main" id="{CFB8029D-253E-8847-5284-0B7DE07D1472}"/>
              </a:ext>
            </a:extLst>
          </p:cNvPr>
          <p:cNvSpPr>
            <a:spLocks noGrp="1"/>
          </p:cNvSpPr>
          <p:nvPr>
            <p:ph type="subTitle" idx="15" hasCustomPrompt="1"/>
          </p:nvPr>
        </p:nvSpPr>
        <p:spPr>
          <a:xfrm>
            <a:off x="312420" y="0"/>
            <a:ext cx="4694586" cy="320634"/>
          </a:xfrm>
        </p:spPr>
        <p:txBody>
          <a:bodyPr anchor="b">
            <a:normAutofit/>
          </a:bodyPr>
          <a:lstStyle>
            <a:lvl1pPr marL="0" indent="0" algn="l">
              <a:buNone/>
              <a:defRPr sz="1800">
                <a:solidFill>
                  <a:srgbClr val="767676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の書式設定</a:t>
            </a:r>
          </a:p>
        </p:txBody>
      </p:sp>
      <p:sp>
        <p:nvSpPr>
          <p:cNvPr id="4" name="Body Lower">
            <a:extLst>
              <a:ext uri="{FF2B5EF4-FFF2-40B4-BE49-F238E27FC236}">
                <a16:creationId xmlns:a16="http://schemas.microsoft.com/office/drawing/2014/main" id="{54576AC8-9679-29EF-9701-3F7B113F435E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312420" y="3973823"/>
            <a:ext cx="11567160" cy="2178500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20472429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Detai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ody Left">
            <a:extLst>
              <a:ext uri="{FF2B5EF4-FFF2-40B4-BE49-F238E27FC236}">
                <a16:creationId xmlns:a16="http://schemas.microsoft.com/office/drawing/2014/main" id="{CE3F0D44-172A-CF1D-E1C1-730B2FD322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2420" y="1591294"/>
            <a:ext cx="5653374" cy="4585669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Body Right">
            <a:extLst>
              <a:ext uri="{FF2B5EF4-FFF2-40B4-BE49-F238E27FC236}">
                <a16:creationId xmlns:a16="http://schemas.microsoft.com/office/drawing/2014/main" id="{F8E60AB5-72BD-C2E5-C767-BC6D3DD300C1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26206" y="1591293"/>
            <a:ext cx="5653374" cy="4585669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8" name="Num">
            <a:extLst>
              <a:ext uri="{FF2B5EF4-FFF2-40B4-BE49-F238E27FC236}">
                <a16:creationId xmlns:a16="http://schemas.microsoft.com/office/drawing/2014/main" id="{56AA02C1-A54C-165A-69BE-1B530B6E5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3268980" cy="365125"/>
          </a:xfrm>
        </p:spPr>
        <p:txBody>
          <a:bodyPr/>
          <a:lstStyle>
            <a:lvl1pPr>
              <a:defRPr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fld id="{C9FB15DA-11C7-0141-B5F8-718388A4C1CD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9" name="Sub Title">
            <a:extLst>
              <a:ext uri="{FF2B5EF4-FFF2-40B4-BE49-F238E27FC236}">
                <a16:creationId xmlns:a16="http://schemas.microsoft.com/office/drawing/2014/main" id="{764B9995-8162-9686-55CF-A601559383BA}"/>
              </a:ext>
            </a:extLst>
          </p:cNvPr>
          <p:cNvSpPr>
            <a:spLocks noGrp="1"/>
          </p:cNvSpPr>
          <p:nvPr>
            <p:ph type="subTitle" idx="15" hasCustomPrompt="1"/>
          </p:nvPr>
        </p:nvSpPr>
        <p:spPr>
          <a:xfrm>
            <a:off x="312420" y="0"/>
            <a:ext cx="4694586" cy="320634"/>
          </a:xfrm>
        </p:spPr>
        <p:txBody>
          <a:bodyPr anchor="b">
            <a:normAutofit/>
          </a:bodyPr>
          <a:lstStyle>
            <a:lvl1pPr marL="0" indent="0" algn="l">
              <a:buNone/>
              <a:defRPr sz="1800">
                <a:solidFill>
                  <a:srgbClr val="767676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の書式設定</a:t>
            </a:r>
          </a:p>
        </p:txBody>
      </p:sp>
      <p:sp>
        <p:nvSpPr>
          <p:cNvPr id="10" name="Main Message">
            <a:extLst>
              <a:ext uri="{FF2B5EF4-FFF2-40B4-BE49-F238E27FC236}">
                <a16:creationId xmlns:a16="http://schemas.microsoft.com/office/drawing/2014/main" id="{DAE0D25B-738A-5720-EB6D-999919171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2420" y="593765"/>
            <a:ext cx="11567160" cy="831273"/>
          </a:xfrm>
        </p:spPr>
        <p:txBody>
          <a:bodyPr/>
          <a:lstStyle>
            <a:lvl1pPr>
              <a:defRPr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37610772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Highlight Detai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ody Left">
            <a:extLst>
              <a:ext uri="{FF2B5EF4-FFF2-40B4-BE49-F238E27FC236}">
                <a16:creationId xmlns:a16="http://schemas.microsoft.com/office/drawing/2014/main" id="{CE3F0D44-172A-CF1D-E1C1-730B2FD322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2420" y="1591294"/>
            <a:ext cx="5653374" cy="4585669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Body Upper Right">
            <a:extLst>
              <a:ext uri="{FF2B5EF4-FFF2-40B4-BE49-F238E27FC236}">
                <a16:creationId xmlns:a16="http://schemas.microsoft.com/office/drawing/2014/main" id="{F8E60AB5-72BD-C2E5-C767-BC6D3DD300C1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26206" y="1591293"/>
            <a:ext cx="5653374" cy="2205455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8" name="Num">
            <a:extLst>
              <a:ext uri="{FF2B5EF4-FFF2-40B4-BE49-F238E27FC236}">
                <a16:creationId xmlns:a16="http://schemas.microsoft.com/office/drawing/2014/main" id="{56AA02C1-A54C-165A-69BE-1B530B6E5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3268980" cy="365125"/>
          </a:xfrm>
        </p:spPr>
        <p:txBody>
          <a:bodyPr/>
          <a:lstStyle>
            <a:lvl1pPr>
              <a:defRPr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fld id="{C9FB15DA-11C7-0141-B5F8-718388A4C1CD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9" name="Sub Title">
            <a:extLst>
              <a:ext uri="{FF2B5EF4-FFF2-40B4-BE49-F238E27FC236}">
                <a16:creationId xmlns:a16="http://schemas.microsoft.com/office/drawing/2014/main" id="{764B9995-8162-9686-55CF-A601559383BA}"/>
              </a:ext>
            </a:extLst>
          </p:cNvPr>
          <p:cNvSpPr>
            <a:spLocks noGrp="1"/>
          </p:cNvSpPr>
          <p:nvPr>
            <p:ph type="subTitle" idx="15" hasCustomPrompt="1"/>
          </p:nvPr>
        </p:nvSpPr>
        <p:spPr>
          <a:xfrm>
            <a:off x="312420" y="0"/>
            <a:ext cx="4694586" cy="320634"/>
          </a:xfrm>
        </p:spPr>
        <p:txBody>
          <a:bodyPr anchor="b">
            <a:normAutofit/>
          </a:bodyPr>
          <a:lstStyle>
            <a:lvl1pPr marL="0" indent="0" algn="l">
              <a:buNone/>
              <a:defRPr sz="1800">
                <a:solidFill>
                  <a:srgbClr val="767676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の書式設定</a:t>
            </a:r>
          </a:p>
        </p:txBody>
      </p:sp>
      <p:sp>
        <p:nvSpPr>
          <p:cNvPr id="10" name="Main Message">
            <a:extLst>
              <a:ext uri="{FF2B5EF4-FFF2-40B4-BE49-F238E27FC236}">
                <a16:creationId xmlns:a16="http://schemas.microsoft.com/office/drawing/2014/main" id="{DAE0D25B-738A-5720-EB6D-999919171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2420" y="593765"/>
            <a:ext cx="11567160" cy="831273"/>
          </a:xfrm>
        </p:spPr>
        <p:txBody>
          <a:bodyPr/>
          <a:lstStyle>
            <a:lvl1pPr>
              <a:defRPr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2" name="Body Lower Right">
            <a:extLst>
              <a:ext uri="{FF2B5EF4-FFF2-40B4-BE49-F238E27FC236}">
                <a16:creationId xmlns:a16="http://schemas.microsoft.com/office/drawing/2014/main" id="{9FC0B867-A5A4-87A2-DE03-45FCC27FE667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6226206" y="3984640"/>
            <a:ext cx="5653374" cy="2205455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25365283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Highlight Detai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ody Left">
            <a:extLst>
              <a:ext uri="{FF2B5EF4-FFF2-40B4-BE49-F238E27FC236}">
                <a16:creationId xmlns:a16="http://schemas.microsoft.com/office/drawing/2014/main" id="{CE3F0D44-172A-CF1D-E1C1-730B2FD322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6206" y="1604426"/>
            <a:ext cx="5653374" cy="4585669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Body Upper Right">
            <a:extLst>
              <a:ext uri="{FF2B5EF4-FFF2-40B4-BE49-F238E27FC236}">
                <a16:creationId xmlns:a16="http://schemas.microsoft.com/office/drawing/2014/main" id="{F8E60AB5-72BD-C2E5-C767-BC6D3DD300C1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04800" y="1591293"/>
            <a:ext cx="5653374" cy="2205455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8" name="Num">
            <a:extLst>
              <a:ext uri="{FF2B5EF4-FFF2-40B4-BE49-F238E27FC236}">
                <a16:creationId xmlns:a16="http://schemas.microsoft.com/office/drawing/2014/main" id="{56AA02C1-A54C-165A-69BE-1B530B6E5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3268980" cy="365125"/>
          </a:xfrm>
        </p:spPr>
        <p:txBody>
          <a:bodyPr/>
          <a:lstStyle>
            <a:lvl1pPr>
              <a:defRPr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fld id="{C9FB15DA-11C7-0141-B5F8-718388A4C1CD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9" name="Sub Title">
            <a:extLst>
              <a:ext uri="{FF2B5EF4-FFF2-40B4-BE49-F238E27FC236}">
                <a16:creationId xmlns:a16="http://schemas.microsoft.com/office/drawing/2014/main" id="{764B9995-8162-9686-55CF-A601559383BA}"/>
              </a:ext>
            </a:extLst>
          </p:cNvPr>
          <p:cNvSpPr>
            <a:spLocks noGrp="1"/>
          </p:cNvSpPr>
          <p:nvPr>
            <p:ph type="subTitle" idx="15" hasCustomPrompt="1"/>
          </p:nvPr>
        </p:nvSpPr>
        <p:spPr>
          <a:xfrm>
            <a:off x="312420" y="0"/>
            <a:ext cx="4694586" cy="320634"/>
          </a:xfrm>
        </p:spPr>
        <p:txBody>
          <a:bodyPr anchor="b">
            <a:normAutofit/>
          </a:bodyPr>
          <a:lstStyle>
            <a:lvl1pPr marL="0" indent="0" algn="l">
              <a:buNone/>
              <a:defRPr sz="1800">
                <a:solidFill>
                  <a:srgbClr val="767676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の書式設定</a:t>
            </a:r>
          </a:p>
        </p:txBody>
      </p:sp>
      <p:sp>
        <p:nvSpPr>
          <p:cNvPr id="10" name="Main Message">
            <a:extLst>
              <a:ext uri="{FF2B5EF4-FFF2-40B4-BE49-F238E27FC236}">
                <a16:creationId xmlns:a16="http://schemas.microsoft.com/office/drawing/2014/main" id="{DAE0D25B-738A-5720-EB6D-999919171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2420" y="593765"/>
            <a:ext cx="11567160" cy="831273"/>
          </a:xfrm>
        </p:spPr>
        <p:txBody>
          <a:bodyPr/>
          <a:lstStyle>
            <a:lvl1pPr>
              <a:defRPr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2" name="Body Lower Right">
            <a:extLst>
              <a:ext uri="{FF2B5EF4-FFF2-40B4-BE49-F238E27FC236}">
                <a16:creationId xmlns:a16="http://schemas.microsoft.com/office/drawing/2014/main" id="{9FC0B867-A5A4-87A2-DE03-45FCC27FE667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304800" y="3984640"/>
            <a:ext cx="5653374" cy="2205455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3155528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Rows Detai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 Message">
            <a:extLst>
              <a:ext uri="{FF2B5EF4-FFF2-40B4-BE49-F238E27FC236}">
                <a16:creationId xmlns:a16="http://schemas.microsoft.com/office/drawing/2014/main" id="{1C878911-0E99-4C7F-A17C-E4C6E06AD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Body Upper">
            <a:extLst>
              <a:ext uri="{FF2B5EF4-FFF2-40B4-BE49-F238E27FC236}">
                <a16:creationId xmlns:a16="http://schemas.microsoft.com/office/drawing/2014/main" id="{CE3F0D44-172A-CF1D-E1C1-730B2FD322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2420" y="1561479"/>
            <a:ext cx="11567160" cy="1474252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Num">
            <a:extLst>
              <a:ext uri="{FF2B5EF4-FFF2-40B4-BE49-F238E27FC236}">
                <a16:creationId xmlns:a16="http://schemas.microsoft.com/office/drawing/2014/main" id="{ED36DFD0-93B2-8751-F203-50EE02E97C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fld id="{C9FB15DA-11C7-0141-B5F8-718388A4C1CD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7" name="Sub Title">
            <a:extLst>
              <a:ext uri="{FF2B5EF4-FFF2-40B4-BE49-F238E27FC236}">
                <a16:creationId xmlns:a16="http://schemas.microsoft.com/office/drawing/2014/main" id="{CFB8029D-253E-8847-5284-0B7DE07D1472}"/>
              </a:ext>
            </a:extLst>
          </p:cNvPr>
          <p:cNvSpPr>
            <a:spLocks noGrp="1"/>
          </p:cNvSpPr>
          <p:nvPr>
            <p:ph type="subTitle" idx="15" hasCustomPrompt="1"/>
          </p:nvPr>
        </p:nvSpPr>
        <p:spPr>
          <a:xfrm>
            <a:off x="312420" y="0"/>
            <a:ext cx="4694586" cy="320634"/>
          </a:xfrm>
        </p:spPr>
        <p:txBody>
          <a:bodyPr anchor="b">
            <a:normAutofit/>
          </a:bodyPr>
          <a:lstStyle>
            <a:lvl1pPr marL="0" indent="0" algn="l">
              <a:buNone/>
              <a:defRPr sz="1800">
                <a:solidFill>
                  <a:srgbClr val="767676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の書式設定</a:t>
            </a:r>
          </a:p>
        </p:txBody>
      </p:sp>
      <p:sp>
        <p:nvSpPr>
          <p:cNvPr id="4" name="Body Center">
            <a:extLst>
              <a:ext uri="{FF2B5EF4-FFF2-40B4-BE49-F238E27FC236}">
                <a16:creationId xmlns:a16="http://schemas.microsoft.com/office/drawing/2014/main" id="{54576AC8-9679-29EF-9701-3F7B113F435E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312420" y="3150863"/>
            <a:ext cx="11567160" cy="1474252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Body Lower">
            <a:extLst>
              <a:ext uri="{FF2B5EF4-FFF2-40B4-BE49-F238E27FC236}">
                <a16:creationId xmlns:a16="http://schemas.microsoft.com/office/drawing/2014/main" id="{FA07E7B8-D212-D217-1091-50152F4AC6F9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312420" y="4737149"/>
            <a:ext cx="11567160" cy="1474252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20435361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Rows Detai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 Message">
            <a:extLst>
              <a:ext uri="{FF2B5EF4-FFF2-40B4-BE49-F238E27FC236}">
                <a16:creationId xmlns:a16="http://schemas.microsoft.com/office/drawing/2014/main" id="{1C878911-0E99-4C7F-A17C-E4C6E06AD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Body 1">
            <a:extLst>
              <a:ext uri="{FF2B5EF4-FFF2-40B4-BE49-F238E27FC236}">
                <a16:creationId xmlns:a16="http://schemas.microsoft.com/office/drawing/2014/main" id="{CE3F0D44-172A-CF1D-E1C1-730B2FD322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2420" y="1561480"/>
            <a:ext cx="11567160" cy="1044842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 dirty="0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 dirty="0"/>
              <a:t>3 </a:t>
            </a:r>
            <a:r>
              <a:rPr kumimoji="1" lang="ja-JP" altLang="en-US"/>
              <a:t>レベル</a:t>
            </a:r>
          </a:p>
        </p:txBody>
      </p:sp>
      <p:sp>
        <p:nvSpPr>
          <p:cNvPr id="6" name="Num">
            <a:extLst>
              <a:ext uri="{FF2B5EF4-FFF2-40B4-BE49-F238E27FC236}">
                <a16:creationId xmlns:a16="http://schemas.microsoft.com/office/drawing/2014/main" id="{ED36DFD0-93B2-8751-F203-50EE02E97C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fld id="{C9FB15DA-11C7-0141-B5F8-718388A4C1CD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7" name="Sub Title">
            <a:extLst>
              <a:ext uri="{FF2B5EF4-FFF2-40B4-BE49-F238E27FC236}">
                <a16:creationId xmlns:a16="http://schemas.microsoft.com/office/drawing/2014/main" id="{CFB8029D-253E-8847-5284-0B7DE07D1472}"/>
              </a:ext>
            </a:extLst>
          </p:cNvPr>
          <p:cNvSpPr>
            <a:spLocks noGrp="1"/>
          </p:cNvSpPr>
          <p:nvPr>
            <p:ph type="subTitle" idx="15" hasCustomPrompt="1"/>
          </p:nvPr>
        </p:nvSpPr>
        <p:spPr>
          <a:xfrm>
            <a:off x="312420" y="0"/>
            <a:ext cx="4694586" cy="320634"/>
          </a:xfrm>
        </p:spPr>
        <p:txBody>
          <a:bodyPr anchor="b">
            <a:normAutofit/>
          </a:bodyPr>
          <a:lstStyle>
            <a:lvl1pPr marL="0" indent="0" algn="l">
              <a:buNone/>
              <a:defRPr sz="1800">
                <a:solidFill>
                  <a:srgbClr val="767676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の書式設定</a:t>
            </a:r>
          </a:p>
        </p:txBody>
      </p:sp>
      <p:sp>
        <p:nvSpPr>
          <p:cNvPr id="4" name="Body 2">
            <a:extLst>
              <a:ext uri="{FF2B5EF4-FFF2-40B4-BE49-F238E27FC236}">
                <a16:creationId xmlns:a16="http://schemas.microsoft.com/office/drawing/2014/main" id="{54576AC8-9679-29EF-9701-3F7B113F435E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312420" y="2756732"/>
            <a:ext cx="11567160" cy="1044842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 dirty="0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 dirty="0"/>
              <a:t>3 </a:t>
            </a:r>
            <a:r>
              <a:rPr kumimoji="1" lang="ja-JP" altLang="en-US"/>
              <a:t>レベル</a:t>
            </a:r>
          </a:p>
        </p:txBody>
      </p:sp>
      <p:sp>
        <p:nvSpPr>
          <p:cNvPr id="5" name="Body 3">
            <a:extLst>
              <a:ext uri="{FF2B5EF4-FFF2-40B4-BE49-F238E27FC236}">
                <a16:creationId xmlns:a16="http://schemas.microsoft.com/office/drawing/2014/main" id="{FA07E7B8-D212-D217-1091-50152F4AC6F9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312420" y="3951984"/>
            <a:ext cx="11567160" cy="1044842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 dirty="0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 dirty="0"/>
              <a:t>3 </a:t>
            </a:r>
            <a:r>
              <a:rPr kumimoji="1" lang="ja-JP" altLang="en-US"/>
              <a:t>レベル</a:t>
            </a:r>
          </a:p>
        </p:txBody>
      </p:sp>
      <p:sp>
        <p:nvSpPr>
          <p:cNvPr id="8" name="Body 4">
            <a:extLst>
              <a:ext uri="{FF2B5EF4-FFF2-40B4-BE49-F238E27FC236}">
                <a16:creationId xmlns:a16="http://schemas.microsoft.com/office/drawing/2014/main" id="{312D6D4A-B8EE-FE74-76F3-254DD41205FB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312420" y="5147237"/>
            <a:ext cx="11567160" cy="1044842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 dirty="0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 dirty="0"/>
              <a:t>3 </a:t>
            </a:r>
            <a:r>
              <a:rPr kumimoji="1"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157937879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xecutive 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Num">
            <a:extLst>
              <a:ext uri="{FF2B5EF4-FFF2-40B4-BE49-F238E27FC236}">
                <a16:creationId xmlns:a16="http://schemas.microsoft.com/office/drawing/2014/main" id="{2132AAD4-F547-CCCC-FA45-D2D977DBFF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3268980" cy="365125"/>
          </a:xfrm>
        </p:spPr>
        <p:txBody>
          <a:bodyPr/>
          <a:lstStyle>
            <a:lvl1pPr>
              <a:defRPr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fld id="{C9FB15DA-11C7-0141-B5F8-718388A4C1CD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3" name="Body Left">
            <a:extLst>
              <a:ext uri="{FF2B5EF4-FFF2-40B4-BE49-F238E27FC236}">
                <a16:creationId xmlns:a16="http://schemas.microsoft.com/office/drawing/2014/main" id="{7B149B07-CB7B-C7B6-FB18-70AACAA25E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2420" y="1591294"/>
            <a:ext cx="5653374" cy="3103799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Body Right">
            <a:extLst>
              <a:ext uri="{FF2B5EF4-FFF2-40B4-BE49-F238E27FC236}">
                <a16:creationId xmlns:a16="http://schemas.microsoft.com/office/drawing/2014/main" id="{3C5981A5-53AB-2A96-23B1-0250880281D9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226206" y="1591293"/>
            <a:ext cx="5653374" cy="3103799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Main Message">
            <a:extLst>
              <a:ext uri="{FF2B5EF4-FFF2-40B4-BE49-F238E27FC236}">
                <a16:creationId xmlns:a16="http://schemas.microsoft.com/office/drawing/2014/main" id="{C0959A2F-C74F-1E54-D422-2136063700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2420" y="593765"/>
            <a:ext cx="11567160" cy="831273"/>
          </a:xfrm>
        </p:spPr>
        <p:txBody>
          <a:bodyPr/>
          <a:lstStyle>
            <a:lvl1pPr>
              <a:defRPr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8" name="Notes">
            <a:extLst>
              <a:ext uri="{FF2B5EF4-FFF2-40B4-BE49-F238E27FC236}">
                <a16:creationId xmlns:a16="http://schemas.microsoft.com/office/drawing/2014/main" id="{DE1A8BED-AC36-F65C-FC5E-2702BCCE3F6B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312420" y="4861347"/>
            <a:ext cx="11567160" cy="1328438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26911821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 Detai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ody Left">
            <a:extLst>
              <a:ext uri="{FF2B5EF4-FFF2-40B4-BE49-F238E27FC236}">
                <a16:creationId xmlns:a16="http://schemas.microsoft.com/office/drawing/2014/main" id="{CE3F0D44-172A-CF1D-E1C1-730B2FD322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2420" y="1591292"/>
            <a:ext cx="3781700" cy="4585669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8" name="Num">
            <a:extLst>
              <a:ext uri="{FF2B5EF4-FFF2-40B4-BE49-F238E27FC236}">
                <a16:creationId xmlns:a16="http://schemas.microsoft.com/office/drawing/2014/main" id="{56AA02C1-A54C-165A-69BE-1B530B6E5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3268980" cy="365125"/>
          </a:xfrm>
        </p:spPr>
        <p:txBody>
          <a:bodyPr/>
          <a:lstStyle>
            <a:lvl1pPr>
              <a:defRPr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fld id="{C9FB15DA-11C7-0141-B5F8-718388A4C1CD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9" name="Sub Title">
            <a:extLst>
              <a:ext uri="{FF2B5EF4-FFF2-40B4-BE49-F238E27FC236}">
                <a16:creationId xmlns:a16="http://schemas.microsoft.com/office/drawing/2014/main" id="{764B9995-8162-9686-55CF-A601559383BA}"/>
              </a:ext>
            </a:extLst>
          </p:cNvPr>
          <p:cNvSpPr>
            <a:spLocks noGrp="1"/>
          </p:cNvSpPr>
          <p:nvPr>
            <p:ph type="subTitle" idx="15" hasCustomPrompt="1"/>
          </p:nvPr>
        </p:nvSpPr>
        <p:spPr>
          <a:xfrm>
            <a:off x="312420" y="0"/>
            <a:ext cx="4694586" cy="320634"/>
          </a:xfrm>
        </p:spPr>
        <p:txBody>
          <a:bodyPr anchor="b">
            <a:normAutofit/>
          </a:bodyPr>
          <a:lstStyle>
            <a:lvl1pPr marL="0" indent="0" algn="l">
              <a:buNone/>
              <a:defRPr sz="1800">
                <a:solidFill>
                  <a:srgbClr val="767676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の書式設定</a:t>
            </a:r>
          </a:p>
        </p:txBody>
      </p:sp>
      <p:sp>
        <p:nvSpPr>
          <p:cNvPr id="10" name="Main Message">
            <a:extLst>
              <a:ext uri="{FF2B5EF4-FFF2-40B4-BE49-F238E27FC236}">
                <a16:creationId xmlns:a16="http://schemas.microsoft.com/office/drawing/2014/main" id="{DAE0D25B-738A-5720-EB6D-999919171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2420" y="593765"/>
            <a:ext cx="11567160" cy="831273"/>
          </a:xfrm>
        </p:spPr>
        <p:txBody>
          <a:bodyPr/>
          <a:lstStyle>
            <a:lvl1pPr>
              <a:defRPr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2" name="Body Right">
            <a:extLst>
              <a:ext uri="{FF2B5EF4-FFF2-40B4-BE49-F238E27FC236}">
                <a16:creationId xmlns:a16="http://schemas.microsoft.com/office/drawing/2014/main" id="{2EEED239-1A49-F825-CBFF-45D4ECE2CC50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097880" y="1591291"/>
            <a:ext cx="3781700" cy="4585669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Body Center">
            <a:extLst>
              <a:ext uri="{FF2B5EF4-FFF2-40B4-BE49-F238E27FC236}">
                <a16:creationId xmlns:a16="http://schemas.microsoft.com/office/drawing/2014/main" id="{85A53F95-8813-EFA1-C060-8EA2C910BB88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4205150" y="1591292"/>
            <a:ext cx="3781700" cy="4585669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321994389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 Detai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Num">
            <a:extLst>
              <a:ext uri="{FF2B5EF4-FFF2-40B4-BE49-F238E27FC236}">
                <a16:creationId xmlns:a16="http://schemas.microsoft.com/office/drawing/2014/main" id="{56AA02C1-A54C-165A-69BE-1B530B6E5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3268980" cy="365125"/>
          </a:xfrm>
        </p:spPr>
        <p:txBody>
          <a:bodyPr/>
          <a:lstStyle>
            <a:lvl1pPr>
              <a:defRPr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fld id="{C9FB15DA-11C7-0141-B5F8-718388A4C1CD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9" name="Sub Title">
            <a:extLst>
              <a:ext uri="{FF2B5EF4-FFF2-40B4-BE49-F238E27FC236}">
                <a16:creationId xmlns:a16="http://schemas.microsoft.com/office/drawing/2014/main" id="{764B9995-8162-9686-55CF-A601559383BA}"/>
              </a:ext>
            </a:extLst>
          </p:cNvPr>
          <p:cNvSpPr>
            <a:spLocks noGrp="1"/>
          </p:cNvSpPr>
          <p:nvPr>
            <p:ph type="subTitle" idx="15" hasCustomPrompt="1"/>
          </p:nvPr>
        </p:nvSpPr>
        <p:spPr>
          <a:xfrm>
            <a:off x="312420" y="0"/>
            <a:ext cx="4694586" cy="320634"/>
          </a:xfrm>
        </p:spPr>
        <p:txBody>
          <a:bodyPr anchor="b">
            <a:normAutofit/>
          </a:bodyPr>
          <a:lstStyle>
            <a:lvl1pPr marL="0" indent="0" algn="l">
              <a:buNone/>
              <a:defRPr sz="1800">
                <a:solidFill>
                  <a:srgbClr val="767676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の書式設定</a:t>
            </a:r>
          </a:p>
        </p:txBody>
      </p:sp>
      <p:sp>
        <p:nvSpPr>
          <p:cNvPr id="10" name="Main Message">
            <a:extLst>
              <a:ext uri="{FF2B5EF4-FFF2-40B4-BE49-F238E27FC236}">
                <a16:creationId xmlns:a16="http://schemas.microsoft.com/office/drawing/2014/main" id="{DAE0D25B-738A-5720-EB6D-999919171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2420" y="593765"/>
            <a:ext cx="11567160" cy="831273"/>
          </a:xfrm>
        </p:spPr>
        <p:txBody>
          <a:bodyPr/>
          <a:lstStyle>
            <a:lvl1pPr>
              <a:defRPr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4" name="Body Upper Left">
            <a:extLst>
              <a:ext uri="{FF2B5EF4-FFF2-40B4-BE49-F238E27FC236}">
                <a16:creationId xmlns:a16="http://schemas.microsoft.com/office/drawing/2014/main" id="{8A4AE622-2B74-149A-7807-80FBC57B4B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2420" y="1591294"/>
            <a:ext cx="5653374" cy="2221581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Body Upper Right">
            <a:extLst>
              <a:ext uri="{FF2B5EF4-FFF2-40B4-BE49-F238E27FC236}">
                <a16:creationId xmlns:a16="http://schemas.microsoft.com/office/drawing/2014/main" id="{E8023149-B3EA-BB3B-36E0-A3C74242B43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26206" y="1591293"/>
            <a:ext cx="5653374" cy="2221581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Body Lower Left">
            <a:extLst>
              <a:ext uri="{FF2B5EF4-FFF2-40B4-BE49-F238E27FC236}">
                <a16:creationId xmlns:a16="http://schemas.microsoft.com/office/drawing/2014/main" id="{8EA73BA8-1280-2BE6-D8C9-F512F875FC42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312420" y="3973820"/>
            <a:ext cx="5653374" cy="2221581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11" name="Body Lower Right">
            <a:extLst>
              <a:ext uri="{FF2B5EF4-FFF2-40B4-BE49-F238E27FC236}">
                <a16:creationId xmlns:a16="http://schemas.microsoft.com/office/drawing/2014/main" id="{11A5CEEE-E1C5-0DA2-2EEB-571E170B8349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6226206" y="3973819"/>
            <a:ext cx="5653374" cy="2221581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184499554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Column Detai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ody Upper Left">
            <a:extLst>
              <a:ext uri="{FF2B5EF4-FFF2-40B4-BE49-F238E27FC236}">
                <a16:creationId xmlns:a16="http://schemas.microsoft.com/office/drawing/2014/main" id="{CE3F0D44-172A-CF1D-E1C1-730B2FD322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2420" y="1591293"/>
            <a:ext cx="3781700" cy="2155759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8" name="Num">
            <a:extLst>
              <a:ext uri="{FF2B5EF4-FFF2-40B4-BE49-F238E27FC236}">
                <a16:creationId xmlns:a16="http://schemas.microsoft.com/office/drawing/2014/main" id="{56AA02C1-A54C-165A-69BE-1B530B6E5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3268980" cy="365125"/>
          </a:xfrm>
        </p:spPr>
        <p:txBody>
          <a:bodyPr/>
          <a:lstStyle>
            <a:lvl1pPr>
              <a:defRPr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fld id="{C9FB15DA-11C7-0141-B5F8-718388A4C1CD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9" name="Sub Title">
            <a:extLst>
              <a:ext uri="{FF2B5EF4-FFF2-40B4-BE49-F238E27FC236}">
                <a16:creationId xmlns:a16="http://schemas.microsoft.com/office/drawing/2014/main" id="{764B9995-8162-9686-55CF-A601559383BA}"/>
              </a:ext>
            </a:extLst>
          </p:cNvPr>
          <p:cNvSpPr>
            <a:spLocks noGrp="1"/>
          </p:cNvSpPr>
          <p:nvPr>
            <p:ph type="subTitle" idx="15" hasCustomPrompt="1"/>
          </p:nvPr>
        </p:nvSpPr>
        <p:spPr>
          <a:xfrm>
            <a:off x="312420" y="0"/>
            <a:ext cx="4694586" cy="320634"/>
          </a:xfrm>
        </p:spPr>
        <p:txBody>
          <a:bodyPr anchor="b">
            <a:normAutofit/>
          </a:bodyPr>
          <a:lstStyle>
            <a:lvl1pPr marL="0" indent="0" algn="l">
              <a:buNone/>
              <a:defRPr sz="1800">
                <a:solidFill>
                  <a:srgbClr val="767676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の書式設定</a:t>
            </a:r>
          </a:p>
        </p:txBody>
      </p:sp>
      <p:sp>
        <p:nvSpPr>
          <p:cNvPr id="10" name="Main Message">
            <a:extLst>
              <a:ext uri="{FF2B5EF4-FFF2-40B4-BE49-F238E27FC236}">
                <a16:creationId xmlns:a16="http://schemas.microsoft.com/office/drawing/2014/main" id="{DAE0D25B-738A-5720-EB6D-999919171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2420" y="593765"/>
            <a:ext cx="11567160" cy="831273"/>
          </a:xfrm>
        </p:spPr>
        <p:txBody>
          <a:bodyPr/>
          <a:lstStyle>
            <a:lvl1pPr>
              <a:defRPr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2" name="Body Upper Right">
            <a:extLst>
              <a:ext uri="{FF2B5EF4-FFF2-40B4-BE49-F238E27FC236}">
                <a16:creationId xmlns:a16="http://schemas.microsoft.com/office/drawing/2014/main" id="{2EEED239-1A49-F825-CBFF-45D4ECE2CC50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097880" y="1591292"/>
            <a:ext cx="3781700" cy="2155759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Body Upper Center">
            <a:extLst>
              <a:ext uri="{FF2B5EF4-FFF2-40B4-BE49-F238E27FC236}">
                <a16:creationId xmlns:a16="http://schemas.microsoft.com/office/drawing/2014/main" id="{85A53F95-8813-EFA1-C060-8EA2C910BB88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4205150" y="1591293"/>
            <a:ext cx="3781700" cy="2155759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Body Lower Left">
            <a:extLst>
              <a:ext uri="{FF2B5EF4-FFF2-40B4-BE49-F238E27FC236}">
                <a16:creationId xmlns:a16="http://schemas.microsoft.com/office/drawing/2014/main" id="{81EC92E9-7946-3875-E399-6725BED6D86F}"/>
              </a:ext>
            </a:extLst>
          </p:cNvPr>
          <p:cNvSpPr>
            <a:spLocks noGrp="1"/>
          </p:cNvSpPr>
          <p:nvPr>
            <p:ph idx="19"/>
          </p:nvPr>
        </p:nvSpPr>
        <p:spPr>
          <a:xfrm>
            <a:off x="312420" y="3901560"/>
            <a:ext cx="3781700" cy="2155759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Body Lower Right">
            <a:extLst>
              <a:ext uri="{FF2B5EF4-FFF2-40B4-BE49-F238E27FC236}">
                <a16:creationId xmlns:a16="http://schemas.microsoft.com/office/drawing/2014/main" id="{39751B24-1939-D5A9-DDA0-881F58947E4E}"/>
              </a:ext>
            </a:extLst>
          </p:cNvPr>
          <p:cNvSpPr>
            <a:spLocks noGrp="1"/>
          </p:cNvSpPr>
          <p:nvPr>
            <p:ph idx="20"/>
          </p:nvPr>
        </p:nvSpPr>
        <p:spPr>
          <a:xfrm>
            <a:off x="8097880" y="3901559"/>
            <a:ext cx="3781700" cy="2155759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Body Lower Center">
            <a:extLst>
              <a:ext uri="{FF2B5EF4-FFF2-40B4-BE49-F238E27FC236}">
                <a16:creationId xmlns:a16="http://schemas.microsoft.com/office/drawing/2014/main" id="{B1990B82-9093-C239-8EDB-70B5827F6687}"/>
              </a:ext>
            </a:extLst>
          </p:cNvPr>
          <p:cNvSpPr>
            <a:spLocks noGrp="1"/>
          </p:cNvSpPr>
          <p:nvPr>
            <p:ph idx="21"/>
          </p:nvPr>
        </p:nvSpPr>
        <p:spPr>
          <a:xfrm>
            <a:off x="4205150" y="3901560"/>
            <a:ext cx="3781700" cy="2155759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416502029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ine Column Detai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Num">
            <a:extLst>
              <a:ext uri="{FF2B5EF4-FFF2-40B4-BE49-F238E27FC236}">
                <a16:creationId xmlns:a16="http://schemas.microsoft.com/office/drawing/2014/main" id="{56AA02C1-A54C-165A-69BE-1B530B6E5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3268980" cy="365125"/>
          </a:xfrm>
        </p:spPr>
        <p:txBody>
          <a:bodyPr/>
          <a:lstStyle>
            <a:lvl1pPr>
              <a:defRPr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fld id="{C9FB15DA-11C7-0141-B5F8-718388A4C1CD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9" name="Sub Title">
            <a:extLst>
              <a:ext uri="{FF2B5EF4-FFF2-40B4-BE49-F238E27FC236}">
                <a16:creationId xmlns:a16="http://schemas.microsoft.com/office/drawing/2014/main" id="{764B9995-8162-9686-55CF-A601559383BA}"/>
              </a:ext>
            </a:extLst>
          </p:cNvPr>
          <p:cNvSpPr>
            <a:spLocks noGrp="1"/>
          </p:cNvSpPr>
          <p:nvPr>
            <p:ph type="subTitle" idx="15" hasCustomPrompt="1"/>
          </p:nvPr>
        </p:nvSpPr>
        <p:spPr>
          <a:xfrm>
            <a:off x="312420" y="0"/>
            <a:ext cx="4694586" cy="320634"/>
          </a:xfrm>
        </p:spPr>
        <p:txBody>
          <a:bodyPr anchor="b">
            <a:normAutofit/>
          </a:bodyPr>
          <a:lstStyle>
            <a:lvl1pPr marL="0" indent="0" algn="l">
              <a:buNone/>
              <a:defRPr sz="1800">
                <a:solidFill>
                  <a:srgbClr val="767676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の書式設定</a:t>
            </a:r>
          </a:p>
        </p:txBody>
      </p:sp>
      <p:sp>
        <p:nvSpPr>
          <p:cNvPr id="10" name="Main Message">
            <a:extLst>
              <a:ext uri="{FF2B5EF4-FFF2-40B4-BE49-F238E27FC236}">
                <a16:creationId xmlns:a16="http://schemas.microsoft.com/office/drawing/2014/main" id="{DAE0D25B-738A-5720-EB6D-999919171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2420" y="593765"/>
            <a:ext cx="11567160" cy="831273"/>
          </a:xfrm>
        </p:spPr>
        <p:txBody>
          <a:bodyPr/>
          <a:lstStyle>
            <a:lvl1pPr>
              <a:defRPr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2" name="Body Top Left">
            <a:extLst>
              <a:ext uri="{FF2B5EF4-FFF2-40B4-BE49-F238E27FC236}">
                <a16:creationId xmlns:a16="http://schemas.microsoft.com/office/drawing/2014/main" id="{FB963832-79BB-498E-BE1A-C65C8AB264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2420" y="1608672"/>
            <a:ext cx="3781700" cy="1398926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3" name="Body Top Right">
            <a:extLst>
              <a:ext uri="{FF2B5EF4-FFF2-40B4-BE49-F238E27FC236}">
                <a16:creationId xmlns:a16="http://schemas.microsoft.com/office/drawing/2014/main" id="{F5002FC5-201D-4B69-5693-1EA18B47292A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097880" y="1608672"/>
            <a:ext cx="3781700" cy="1398926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Body Top Center">
            <a:extLst>
              <a:ext uri="{FF2B5EF4-FFF2-40B4-BE49-F238E27FC236}">
                <a16:creationId xmlns:a16="http://schemas.microsoft.com/office/drawing/2014/main" id="{F27C0FD8-04A1-1B05-3638-DD57EC0D2C59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4205150" y="1608672"/>
            <a:ext cx="3781700" cy="1398926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12" name="Body Middle Left">
            <a:extLst>
              <a:ext uri="{FF2B5EF4-FFF2-40B4-BE49-F238E27FC236}">
                <a16:creationId xmlns:a16="http://schemas.microsoft.com/office/drawing/2014/main" id="{CAE5E5C6-8C6C-35AA-F674-23E1FBE9DA4D}"/>
              </a:ext>
            </a:extLst>
          </p:cNvPr>
          <p:cNvSpPr>
            <a:spLocks noGrp="1"/>
          </p:cNvSpPr>
          <p:nvPr>
            <p:ph idx="19"/>
          </p:nvPr>
        </p:nvSpPr>
        <p:spPr>
          <a:xfrm>
            <a:off x="312420" y="3191231"/>
            <a:ext cx="3781700" cy="1398926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13" name="Body Middle Right">
            <a:extLst>
              <a:ext uri="{FF2B5EF4-FFF2-40B4-BE49-F238E27FC236}">
                <a16:creationId xmlns:a16="http://schemas.microsoft.com/office/drawing/2014/main" id="{928F9211-8C1F-0FE9-5B1E-A2D75527D46C}"/>
              </a:ext>
            </a:extLst>
          </p:cNvPr>
          <p:cNvSpPr>
            <a:spLocks noGrp="1"/>
          </p:cNvSpPr>
          <p:nvPr>
            <p:ph idx="20"/>
          </p:nvPr>
        </p:nvSpPr>
        <p:spPr>
          <a:xfrm>
            <a:off x="8097880" y="3191231"/>
            <a:ext cx="3781700" cy="1398926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14" name="Body Center">
            <a:extLst>
              <a:ext uri="{FF2B5EF4-FFF2-40B4-BE49-F238E27FC236}">
                <a16:creationId xmlns:a16="http://schemas.microsoft.com/office/drawing/2014/main" id="{1584CD1B-0FED-02E6-64D0-42284F21985E}"/>
              </a:ext>
            </a:extLst>
          </p:cNvPr>
          <p:cNvSpPr>
            <a:spLocks noGrp="1"/>
          </p:cNvSpPr>
          <p:nvPr>
            <p:ph idx="21"/>
          </p:nvPr>
        </p:nvSpPr>
        <p:spPr>
          <a:xfrm>
            <a:off x="4205150" y="3191231"/>
            <a:ext cx="3781700" cy="1398926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15" name="Body Bottom Left">
            <a:extLst>
              <a:ext uri="{FF2B5EF4-FFF2-40B4-BE49-F238E27FC236}">
                <a16:creationId xmlns:a16="http://schemas.microsoft.com/office/drawing/2014/main" id="{0AE8A9A9-8B8C-4411-E821-5D0AFEF6A0EA}"/>
              </a:ext>
            </a:extLst>
          </p:cNvPr>
          <p:cNvSpPr>
            <a:spLocks noGrp="1"/>
          </p:cNvSpPr>
          <p:nvPr>
            <p:ph idx="22"/>
          </p:nvPr>
        </p:nvSpPr>
        <p:spPr>
          <a:xfrm>
            <a:off x="312420" y="4773791"/>
            <a:ext cx="3781700" cy="1398926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16" name="Body Bottom Right">
            <a:extLst>
              <a:ext uri="{FF2B5EF4-FFF2-40B4-BE49-F238E27FC236}">
                <a16:creationId xmlns:a16="http://schemas.microsoft.com/office/drawing/2014/main" id="{AE118ADB-118E-2CA8-B355-97A3955F9A51}"/>
              </a:ext>
            </a:extLst>
          </p:cNvPr>
          <p:cNvSpPr>
            <a:spLocks noGrp="1"/>
          </p:cNvSpPr>
          <p:nvPr>
            <p:ph idx="23"/>
          </p:nvPr>
        </p:nvSpPr>
        <p:spPr>
          <a:xfrm>
            <a:off x="8097880" y="4773791"/>
            <a:ext cx="3781700" cy="1398926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17" name="Body Bottom Center">
            <a:extLst>
              <a:ext uri="{FF2B5EF4-FFF2-40B4-BE49-F238E27FC236}">
                <a16:creationId xmlns:a16="http://schemas.microsoft.com/office/drawing/2014/main" id="{7130CD87-FF91-23A6-138D-FF885FCBF82A}"/>
              </a:ext>
            </a:extLst>
          </p:cNvPr>
          <p:cNvSpPr>
            <a:spLocks noGrp="1"/>
          </p:cNvSpPr>
          <p:nvPr>
            <p:ph idx="24"/>
          </p:nvPr>
        </p:nvSpPr>
        <p:spPr>
          <a:xfrm>
            <a:off x="4205150" y="4773791"/>
            <a:ext cx="3781700" cy="1398926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423854395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Num">
            <a:extLst>
              <a:ext uri="{FF2B5EF4-FFF2-40B4-BE49-F238E27FC236}">
                <a16:creationId xmlns:a16="http://schemas.microsoft.com/office/drawing/2014/main" id="{56AA02C1-A54C-165A-69BE-1B530B6E5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3268980" cy="365125"/>
          </a:xfrm>
        </p:spPr>
        <p:txBody>
          <a:bodyPr/>
          <a:lstStyle>
            <a:lvl1pPr>
              <a:defRPr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fld id="{C9FB15DA-11C7-0141-B5F8-718388A4C1CD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9" name="Sub Title">
            <a:extLst>
              <a:ext uri="{FF2B5EF4-FFF2-40B4-BE49-F238E27FC236}">
                <a16:creationId xmlns:a16="http://schemas.microsoft.com/office/drawing/2014/main" id="{764B9995-8162-9686-55CF-A601559383BA}"/>
              </a:ext>
            </a:extLst>
          </p:cNvPr>
          <p:cNvSpPr>
            <a:spLocks noGrp="1"/>
          </p:cNvSpPr>
          <p:nvPr>
            <p:ph type="subTitle" idx="15" hasCustomPrompt="1"/>
          </p:nvPr>
        </p:nvSpPr>
        <p:spPr>
          <a:xfrm>
            <a:off x="312420" y="0"/>
            <a:ext cx="4694586" cy="320634"/>
          </a:xfrm>
        </p:spPr>
        <p:txBody>
          <a:bodyPr anchor="b">
            <a:normAutofit/>
          </a:bodyPr>
          <a:lstStyle>
            <a:lvl1pPr marL="0" indent="0" algn="l">
              <a:buNone/>
              <a:defRPr sz="1800">
                <a:solidFill>
                  <a:srgbClr val="767676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の書式設定</a:t>
            </a:r>
          </a:p>
        </p:txBody>
      </p:sp>
      <p:sp>
        <p:nvSpPr>
          <p:cNvPr id="10" name="Main Message">
            <a:extLst>
              <a:ext uri="{FF2B5EF4-FFF2-40B4-BE49-F238E27FC236}">
                <a16:creationId xmlns:a16="http://schemas.microsoft.com/office/drawing/2014/main" id="{DAE0D25B-738A-5720-EB6D-999919171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2420" y="593765"/>
            <a:ext cx="11567160" cy="831273"/>
          </a:xfrm>
        </p:spPr>
        <p:txBody>
          <a:bodyPr/>
          <a:lstStyle>
            <a:lvl1pPr>
              <a:defRPr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2" name="Key 1">
            <a:extLst>
              <a:ext uri="{FF2B5EF4-FFF2-40B4-BE49-F238E27FC236}">
                <a16:creationId xmlns:a16="http://schemas.microsoft.com/office/drawing/2014/main" id="{FB963832-79BB-498E-BE1A-C65C8AB264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2420" y="1608672"/>
            <a:ext cx="3027128" cy="1398926"/>
          </a:xfrm>
        </p:spPr>
        <p:txBody>
          <a:bodyPr anchor="ctr">
            <a:normAutofit/>
          </a:bodyPr>
          <a:lstStyle>
            <a:lvl1pPr>
              <a:buNone/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Value 1">
            <a:extLst>
              <a:ext uri="{FF2B5EF4-FFF2-40B4-BE49-F238E27FC236}">
                <a16:creationId xmlns:a16="http://schemas.microsoft.com/office/drawing/2014/main" id="{F27C0FD8-04A1-1B05-3638-DD57EC0D2C59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3498574" y="1608672"/>
            <a:ext cx="8381006" cy="1398926"/>
          </a:xfrm>
        </p:spPr>
        <p:txBody>
          <a:bodyPr anchor="ctr">
            <a:normAutofit/>
          </a:bodyPr>
          <a:lstStyle>
            <a:lvl1pPr>
              <a:buNone/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2" name="Key 2">
            <a:extLst>
              <a:ext uri="{FF2B5EF4-FFF2-40B4-BE49-F238E27FC236}">
                <a16:creationId xmlns:a16="http://schemas.microsoft.com/office/drawing/2014/main" id="{CAE5E5C6-8C6C-35AA-F674-23E1FBE9DA4D}"/>
              </a:ext>
            </a:extLst>
          </p:cNvPr>
          <p:cNvSpPr>
            <a:spLocks noGrp="1"/>
          </p:cNvSpPr>
          <p:nvPr>
            <p:ph idx="19"/>
          </p:nvPr>
        </p:nvSpPr>
        <p:spPr>
          <a:xfrm>
            <a:off x="312420" y="3191231"/>
            <a:ext cx="3027128" cy="1398926"/>
          </a:xfrm>
        </p:spPr>
        <p:txBody>
          <a:bodyPr anchor="ctr">
            <a:normAutofit/>
          </a:bodyPr>
          <a:lstStyle>
            <a:lvl1pPr>
              <a:buNone/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4" name="Value 2">
            <a:extLst>
              <a:ext uri="{FF2B5EF4-FFF2-40B4-BE49-F238E27FC236}">
                <a16:creationId xmlns:a16="http://schemas.microsoft.com/office/drawing/2014/main" id="{1584CD1B-0FED-02E6-64D0-42284F21985E}"/>
              </a:ext>
            </a:extLst>
          </p:cNvPr>
          <p:cNvSpPr>
            <a:spLocks noGrp="1"/>
          </p:cNvSpPr>
          <p:nvPr>
            <p:ph idx="21"/>
          </p:nvPr>
        </p:nvSpPr>
        <p:spPr>
          <a:xfrm>
            <a:off x="3498574" y="3191231"/>
            <a:ext cx="8381006" cy="1398926"/>
          </a:xfrm>
        </p:spPr>
        <p:txBody>
          <a:bodyPr anchor="ctr">
            <a:normAutofit/>
          </a:bodyPr>
          <a:lstStyle>
            <a:lvl1pPr>
              <a:buNone/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5" name="Key 3">
            <a:extLst>
              <a:ext uri="{FF2B5EF4-FFF2-40B4-BE49-F238E27FC236}">
                <a16:creationId xmlns:a16="http://schemas.microsoft.com/office/drawing/2014/main" id="{0AE8A9A9-8B8C-4411-E821-5D0AFEF6A0EA}"/>
              </a:ext>
            </a:extLst>
          </p:cNvPr>
          <p:cNvSpPr>
            <a:spLocks noGrp="1"/>
          </p:cNvSpPr>
          <p:nvPr>
            <p:ph idx="22"/>
          </p:nvPr>
        </p:nvSpPr>
        <p:spPr>
          <a:xfrm>
            <a:off x="312420" y="4773791"/>
            <a:ext cx="3027128" cy="1398926"/>
          </a:xfrm>
        </p:spPr>
        <p:txBody>
          <a:bodyPr anchor="ctr">
            <a:normAutofit/>
          </a:bodyPr>
          <a:lstStyle>
            <a:lvl1pPr>
              <a:buNone/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7" name="Value 3">
            <a:extLst>
              <a:ext uri="{FF2B5EF4-FFF2-40B4-BE49-F238E27FC236}">
                <a16:creationId xmlns:a16="http://schemas.microsoft.com/office/drawing/2014/main" id="{7130CD87-FF91-23A6-138D-FF885FCBF82A}"/>
              </a:ext>
            </a:extLst>
          </p:cNvPr>
          <p:cNvSpPr>
            <a:spLocks noGrp="1"/>
          </p:cNvSpPr>
          <p:nvPr>
            <p:ph idx="24"/>
          </p:nvPr>
        </p:nvSpPr>
        <p:spPr>
          <a:xfrm>
            <a:off x="3498574" y="4773791"/>
            <a:ext cx="8381006" cy="1398926"/>
          </a:xfrm>
        </p:spPr>
        <p:txBody>
          <a:bodyPr anchor="ctr">
            <a:normAutofit/>
          </a:bodyPr>
          <a:lstStyle>
            <a:lvl1pPr>
              <a:buNone/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247931871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Num">
            <a:extLst>
              <a:ext uri="{FF2B5EF4-FFF2-40B4-BE49-F238E27FC236}">
                <a16:creationId xmlns:a16="http://schemas.microsoft.com/office/drawing/2014/main" id="{56AA02C1-A54C-165A-69BE-1B530B6E5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3268980" cy="365125"/>
          </a:xfrm>
        </p:spPr>
        <p:txBody>
          <a:bodyPr/>
          <a:lstStyle>
            <a:lvl1pPr>
              <a:defRPr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fld id="{C9FB15DA-11C7-0141-B5F8-718388A4C1CD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9" name="Sub Title">
            <a:extLst>
              <a:ext uri="{FF2B5EF4-FFF2-40B4-BE49-F238E27FC236}">
                <a16:creationId xmlns:a16="http://schemas.microsoft.com/office/drawing/2014/main" id="{764B9995-8162-9686-55CF-A601559383BA}"/>
              </a:ext>
            </a:extLst>
          </p:cNvPr>
          <p:cNvSpPr>
            <a:spLocks noGrp="1"/>
          </p:cNvSpPr>
          <p:nvPr>
            <p:ph type="subTitle" idx="15" hasCustomPrompt="1"/>
          </p:nvPr>
        </p:nvSpPr>
        <p:spPr>
          <a:xfrm>
            <a:off x="312420" y="0"/>
            <a:ext cx="4694586" cy="320634"/>
          </a:xfrm>
        </p:spPr>
        <p:txBody>
          <a:bodyPr anchor="b">
            <a:normAutofit/>
          </a:bodyPr>
          <a:lstStyle>
            <a:lvl1pPr marL="0" indent="0" algn="l">
              <a:buNone/>
              <a:defRPr sz="1800">
                <a:solidFill>
                  <a:srgbClr val="767676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の書式設定</a:t>
            </a:r>
          </a:p>
        </p:txBody>
      </p:sp>
      <p:sp>
        <p:nvSpPr>
          <p:cNvPr id="10" name="Main Message">
            <a:extLst>
              <a:ext uri="{FF2B5EF4-FFF2-40B4-BE49-F238E27FC236}">
                <a16:creationId xmlns:a16="http://schemas.microsoft.com/office/drawing/2014/main" id="{DAE0D25B-738A-5720-EB6D-999919171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2420" y="593765"/>
            <a:ext cx="11567160" cy="831273"/>
          </a:xfrm>
        </p:spPr>
        <p:txBody>
          <a:bodyPr/>
          <a:lstStyle>
            <a:lvl1pPr>
              <a:defRPr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Key 1">
            <a:extLst>
              <a:ext uri="{FF2B5EF4-FFF2-40B4-BE49-F238E27FC236}">
                <a16:creationId xmlns:a16="http://schemas.microsoft.com/office/drawing/2014/main" id="{384916AB-8F47-C906-C9B1-B9EEBCFD6C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2420" y="1688184"/>
            <a:ext cx="3027128" cy="961087"/>
          </a:xfrm>
        </p:spPr>
        <p:txBody>
          <a:bodyPr anchor="ctr">
            <a:normAutofit/>
          </a:bodyPr>
          <a:lstStyle>
            <a:lvl1pPr>
              <a:buNone/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Value 1">
            <a:extLst>
              <a:ext uri="{FF2B5EF4-FFF2-40B4-BE49-F238E27FC236}">
                <a16:creationId xmlns:a16="http://schemas.microsoft.com/office/drawing/2014/main" id="{EE74ACA6-216E-AF1E-178F-5D7B89540954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3498574" y="1688184"/>
            <a:ext cx="8381006" cy="961087"/>
          </a:xfrm>
        </p:spPr>
        <p:txBody>
          <a:bodyPr anchor="ctr">
            <a:normAutofit/>
          </a:bodyPr>
          <a:lstStyle>
            <a:lvl1pPr>
              <a:buNone/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Key 2">
            <a:extLst>
              <a:ext uri="{FF2B5EF4-FFF2-40B4-BE49-F238E27FC236}">
                <a16:creationId xmlns:a16="http://schemas.microsoft.com/office/drawing/2014/main" id="{9230C2C0-9010-B2FC-8C34-57F066C5B0E1}"/>
              </a:ext>
            </a:extLst>
          </p:cNvPr>
          <p:cNvSpPr>
            <a:spLocks noGrp="1"/>
          </p:cNvSpPr>
          <p:nvPr>
            <p:ph idx="19"/>
          </p:nvPr>
        </p:nvSpPr>
        <p:spPr>
          <a:xfrm>
            <a:off x="312420" y="2845415"/>
            <a:ext cx="3027128" cy="961087"/>
          </a:xfrm>
        </p:spPr>
        <p:txBody>
          <a:bodyPr anchor="ctr">
            <a:normAutofit/>
          </a:bodyPr>
          <a:lstStyle>
            <a:lvl1pPr>
              <a:buNone/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7" name="Value 2">
            <a:extLst>
              <a:ext uri="{FF2B5EF4-FFF2-40B4-BE49-F238E27FC236}">
                <a16:creationId xmlns:a16="http://schemas.microsoft.com/office/drawing/2014/main" id="{08FA3604-85E6-1A78-DB9B-053D376C090F}"/>
              </a:ext>
            </a:extLst>
          </p:cNvPr>
          <p:cNvSpPr>
            <a:spLocks noGrp="1"/>
          </p:cNvSpPr>
          <p:nvPr>
            <p:ph idx="21"/>
          </p:nvPr>
        </p:nvSpPr>
        <p:spPr>
          <a:xfrm>
            <a:off x="3498574" y="2845415"/>
            <a:ext cx="8381006" cy="961087"/>
          </a:xfrm>
        </p:spPr>
        <p:txBody>
          <a:bodyPr anchor="ctr">
            <a:normAutofit/>
          </a:bodyPr>
          <a:lstStyle>
            <a:lvl1pPr>
              <a:buNone/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1" name="Key 3">
            <a:extLst>
              <a:ext uri="{FF2B5EF4-FFF2-40B4-BE49-F238E27FC236}">
                <a16:creationId xmlns:a16="http://schemas.microsoft.com/office/drawing/2014/main" id="{19EF46FA-8E54-5400-6FBE-031161060CD6}"/>
              </a:ext>
            </a:extLst>
          </p:cNvPr>
          <p:cNvSpPr>
            <a:spLocks noGrp="1"/>
          </p:cNvSpPr>
          <p:nvPr>
            <p:ph idx="22"/>
          </p:nvPr>
        </p:nvSpPr>
        <p:spPr>
          <a:xfrm>
            <a:off x="312420" y="4002646"/>
            <a:ext cx="3027128" cy="961087"/>
          </a:xfrm>
        </p:spPr>
        <p:txBody>
          <a:bodyPr anchor="ctr">
            <a:normAutofit/>
          </a:bodyPr>
          <a:lstStyle>
            <a:lvl1pPr>
              <a:buNone/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3" name="Value 3">
            <a:extLst>
              <a:ext uri="{FF2B5EF4-FFF2-40B4-BE49-F238E27FC236}">
                <a16:creationId xmlns:a16="http://schemas.microsoft.com/office/drawing/2014/main" id="{EE1EE74C-6CEC-D66E-6D15-EE5735A6D10D}"/>
              </a:ext>
            </a:extLst>
          </p:cNvPr>
          <p:cNvSpPr>
            <a:spLocks noGrp="1"/>
          </p:cNvSpPr>
          <p:nvPr>
            <p:ph idx="24"/>
          </p:nvPr>
        </p:nvSpPr>
        <p:spPr>
          <a:xfrm>
            <a:off x="3498574" y="4002646"/>
            <a:ext cx="8381006" cy="961087"/>
          </a:xfrm>
        </p:spPr>
        <p:txBody>
          <a:bodyPr anchor="ctr">
            <a:normAutofit/>
          </a:bodyPr>
          <a:lstStyle>
            <a:lvl1pPr>
              <a:buNone/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6" name="Key 4">
            <a:extLst>
              <a:ext uri="{FF2B5EF4-FFF2-40B4-BE49-F238E27FC236}">
                <a16:creationId xmlns:a16="http://schemas.microsoft.com/office/drawing/2014/main" id="{79F2713B-680A-B222-04A7-E2E018370A76}"/>
              </a:ext>
            </a:extLst>
          </p:cNvPr>
          <p:cNvSpPr>
            <a:spLocks noGrp="1"/>
          </p:cNvSpPr>
          <p:nvPr>
            <p:ph idx="25"/>
          </p:nvPr>
        </p:nvSpPr>
        <p:spPr>
          <a:xfrm>
            <a:off x="312420" y="5159877"/>
            <a:ext cx="3027128" cy="961087"/>
          </a:xfrm>
        </p:spPr>
        <p:txBody>
          <a:bodyPr anchor="ctr">
            <a:normAutofit/>
          </a:bodyPr>
          <a:lstStyle>
            <a:lvl1pPr>
              <a:buNone/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8" name="Value 4">
            <a:extLst>
              <a:ext uri="{FF2B5EF4-FFF2-40B4-BE49-F238E27FC236}">
                <a16:creationId xmlns:a16="http://schemas.microsoft.com/office/drawing/2014/main" id="{00EF169E-6F97-DBF2-3F61-A7F433628022}"/>
              </a:ext>
            </a:extLst>
          </p:cNvPr>
          <p:cNvSpPr>
            <a:spLocks noGrp="1"/>
          </p:cNvSpPr>
          <p:nvPr>
            <p:ph idx="26"/>
          </p:nvPr>
        </p:nvSpPr>
        <p:spPr>
          <a:xfrm>
            <a:off x="3498574" y="5159877"/>
            <a:ext cx="8381006" cy="961087"/>
          </a:xfrm>
        </p:spPr>
        <p:txBody>
          <a:bodyPr anchor="ctr">
            <a:normAutofit/>
          </a:bodyPr>
          <a:lstStyle>
            <a:lvl1pPr>
              <a:buNone/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417952172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ve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Num">
            <a:extLst>
              <a:ext uri="{FF2B5EF4-FFF2-40B4-BE49-F238E27FC236}">
                <a16:creationId xmlns:a16="http://schemas.microsoft.com/office/drawing/2014/main" id="{56AA02C1-A54C-165A-69BE-1B530B6E5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3268980" cy="365125"/>
          </a:xfrm>
        </p:spPr>
        <p:txBody>
          <a:bodyPr/>
          <a:lstStyle>
            <a:lvl1pPr>
              <a:defRPr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fld id="{C9FB15DA-11C7-0141-B5F8-718388A4C1CD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9" name="Sub Title">
            <a:extLst>
              <a:ext uri="{FF2B5EF4-FFF2-40B4-BE49-F238E27FC236}">
                <a16:creationId xmlns:a16="http://schemas.microsoft.com/office/drawing/2014/main" id="{764B9995-8162-9686-55CF-A601559383BA}"/>
              </a:ext>
            </a:extLst>
          </p:cNvPr>
          <p:cNvSpPr>
            <a:spLocks noGrp="1"/>
          </p:cNvSpPr>
          <p:nvPr>
            <p:ph type="subTitle" idx="15" hasCustomPrompt="1"/>
          </p:nvPr>
        </p:nvSpPr>
        <p:spPr>
          <a:xfrm>
            <a:off x="312420" y="0"/>
            <a:ext cx="4694586" cy="320634"/>
          </a:xfrm>
        </p:spPr>
        <p:txBody>
          <a:bodyPr anchor="b">
            <a:normAutofit/>
          </a:bodyPr>
          <a:lstStyle>
            <a:lvl1pPr marL="0" indent="0" algn="l">
              <a:buNone/>
              <a:defRPr sz="1800">
                <a:solidFill>
                  <a:srgbClr val="767676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の書式設定</a:t>
            </a:r>
          </a:p>
        </p:txBody>
      </p:sp>
      <p:sp>
        <p:nvSpPr>
          <p:cNvPr id="10" name="Main Message">
            <a:extLst>
              <a:ext uri="{FF2B5EF4-FFF2-40B4-BE49-F238E27FC236}">
                <a16:creationId xmlns:a16="http://schemas.microsoft.com/office/drawing/2014/main" id="{DAE0D25B-738A-5720-EB6D-999919171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2420" y="593765"/>
            <a:ext cx="11567160" cy="831273"/>
          </a:xfrm>
        </p:spPr>
        <p:txBody>
          <a:bodyPr/>
          <a:lstStyle>
            <a:lvl1pPr>
              <a:defRPr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Key 1">
            <a:extLst>
              <a:ext uri="{FF2B5EF4-FFF2-40B4-BE49-F238E27FC236}">
                <a16:creationId xmlns:a16="http://schemas.microsoft.com/office/drawing/2014/main" id="{384916AB-8F47-C906-C9B1-B9EEBCFD6C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2420" y="1688184"/>
            <a:ext cx="3027128" cy="738319"/>
          </a:xfrm>
        </p:spPr>
        <p:txBody>
          <a:bodyPr anchor="ctr">
            <a:normAutofit/>
          </a:bodyPr>
          <a:lstStyle>
            <a:lvl1pPr>
              <a:buNone/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Value 1">
            <a:extLst>
              <a:ext uri="{FF2B5EF4-FFF2-40B4-BE49-F238E27FC236}">
                <a16:creationId xmlns:a16="http://schemas.microsoft.com/office/drawing/2014/main" id="{EE74ACA6-216E-AF1E-178F-5D7B89540954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3498574" y="1688184"/>
            <a:ext cx="8381006" cy="738319"/>
          </a:xfrm>
        </p:spPr>
        <p:txBody>
          <a:bodyPr anchor="ctr">
            <a:normAutofit/>
          </a:bodyPr>
          <a:lstStyle>
            <a:lvl1pPr>
              <a:buNone/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Key 2">
            <a:extLst>
              <a:ext uri="{FF2B5EF4-FFF2-40B4-BE49-F238E27FC236}">
                <a16:creationId xmlns:a16="http://schemas.microsoft.com/office/drawing/2014/main" id="{9230C2C0-9010-B2FC-8C34-57F066C5B0E1}"/>
              </a:ext>
            </a:extLst>
          </p:cNvPr>
          <p:cNvSpPr>
            <a:spLocks noGrp="1"/>
          </p:cNvSpPr>
          <p:nvPr>
            <p:ph idx="19"/>
          </p:nvPr>
        </p:nvSpPr>
        <p:spPr>
          <a:xfrm>
            <a:off x="312420" y="2611799"/>
            <a:ext cx="3027128" cy="738319"/>
          </a:xfrm>
        </p:spPr>
        <p:txBody>
          <a:bodyPr anchor="ctr">
            <a:normAutofit/>
          </a:bodyPr>
          <a:lstStyle>
            <a:lvl1pPr>
              <a:buNone/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7" name="Value 2">
            <a:extLst>
              <a:ext uri="{FF2B5EF4-FFF2-40B4-BE49-F238E27FC236}">
                <a16:creationId xmlns:a16="http://schemas.microsoft.com/office/drawing/2014/main" id="{08FA3604-85E6-1A78-DB9B-053D376C090F}"/>
              </a:ext>
            </a:extLst>
          </p:cNvPr>
          <p:cNvSpPr>
            <a:spLocks noGrp="1"/>
          </p:cNvSpPr>
          <p:nvPr>
            <p:ph idx="21"/>
          </p:nvPr>
        </p:nvSpPr>
        <p:spPr>
          <a:xfrm>
            <a:off x="3498574" y="2611799"/>
            <a:ext cx="8381006" cy="738319"/>
          </a:xfrm>
        </p:spPr>
        <p:txBody>
          <a:bodyPr anchor="ctr">
            <a:normAutofit/>
          </a:bodyPr>
          <a:lstStyle>
            <a:lvl1pPr>
              <a:buNone/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1" name="Key 3">
            <a:extLst>
              <a:ext uri="{FF2B5EF4-FFF2-40B4-BE49-F238E27FC236}">
                <a16:creationId xmlns:a16="http://schemas.microsoft.com/office/drawing/2014/main" id="{19EF46FA-8E54-5400-6FBE-031161060CD6}"/>
              </a:ext>
            </a:extLst>
          </p:cNvPr>
          <p:cNvSpPr>
            <a:spLocks noGrp="1"/>
          </p:cNvSpPr>
          <p:nvPr>
            <p:ph idx="22"/>
          </p:nvPr>
        </p:nvSpPr>
        <p:spPr>
          <a:xfrm>
            <a:off x="312420" y="3535414"/>
            <a:ext cx="3027128" cy="738319"/>
          </a:xfrm>
        </p:spPr>
        <p:txBody>
          <a:bodyPr anchor="ctr">
            <a:normAutofit/>
          </a:bodyPr>
          <a:lstStyle>
            <a:lvl1pPr>
              <a:buNone/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3" name="Value 3">
            <a:extLst>
              <a:ext uri="{FF2B5EF4-FFF2-40B4-BE49-F238E27FC236}">
                <a16:creationId xmlns:a16="http://schemas.microsoft.com/office/drawing/2014/main" id="{EE1EE74C-6CEC-D66E-6D15-EE5735A6D10D}"/>
              </a:ext>
            </a:extLst>
          </p:cNvPr>
          <p:cNvSpPr>
            <a:spLocks noGrp="1"/>
          </p:cNvSpPr>
          <p:nvPr>
            <p:ph idx="24"/>
          </p:nvPr>
        </p:nvSpPr>
        <p:spPr>
          <a:xfrm>
            <a:off x="3498574" y="3535414"/>
            <a:ext cx="8381006" cy="738319"/>
          </a:xfrm>
        </p:spPr>
        <p:txBody>
          <a:bodyPr anchor="ctr">
            <a:normAutofit/>
          </a:bodyPr>
          <a:lstStyle>
            <a:lvl1pPr>
              <a:buNone/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6" name="Key 5">
            <a:extLst>
              <a:ext uri="{FF2B5EF4-FFF2-40B4-BE49-F238E27FC236}">
                <a16:creationId xmlns:a16="http://schemas.microsoft.com/office/drawing/2014/main" id="{79F2713B-680A-B222-04A7-E2E018370A76}"/>
              </a:ext>
            </a:extLst>
          </p:cNvPr>
          <p:cNvSpPr>
            <a:spLocks noGrp="1"/>
          </p:cNvSpPr>
          <p:nvPr>
            <p:ph idx="25"/>
          </p:nvPr>
        </p:nvSpPr>
        <p:spPr>
          <a:xfrm>
            <a:off x="312420" y="5382644"/>
            <a:ext cx="3027128" cy="741600"/>
          </a:xfrm>
        </p:spPr>
        <p:txBody>
          <a:bodyPr anchor="ctr">
            <a:normAutofit/>
          </a:bodyPr>
          <a:lstStyle>
            <a:lvl1pPr>
              <a:buNone/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8" name="Value 5">
            <a:extLst>
              <a:ext uri="{FF2B5EF4-FFF2-40B4-BE49-F238E27FC236}">
                <a16:creationId xmlns:a16="http://schemas.microsoft.com/office/drawing/2014/main" id="{00EF169E-6F97-DBF2-3F61-A7F433628022}"/>
              </a:ext>
            </a:extLst>
          </p:cNvPr>
          <p:cNvSpPr>
            <a:spLocks noGrp="1"/>
          </p:cNvSpPr>
          <p:nvPr>
            <p:ph idx="26"/>
          </p:nvPr>
        </p:nvSpPr>
        <p:spPr>
          <a:xfrm>
            <a:off x="3498574" y="5382644"/>
            <a:ext cx="8381006" cy="741600"/>
          </a:xfrm>
        </p:spPr>
        <p:txBody>
          <a:bodyPr anchor="ctr">
            <a:normAutofit/>
          </a:bodyPr>
          <a:lstStyle>
            <a:lvl1pPr>
              <a:buNone/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2" name="Key 4">
            <a:extLst>
              <a:ext uri="{FF2B5EF4-FFF2-40B4-BE49-F238E27FC236}">
                <a16:creationId xmlns:a16="http://schemas.microsoft.com/office/drawing/2014/main" id="{9099A763-EF8E-0DA1-0B96-6444779B20C3}"/>
              </a:ext>
            </a:extLst>
          </p:cNvPr>
          <p:cNvSpPr>
            <a:spLocks noGrp="1"/>
          </p:cNvSpPr>
          <p:nvPr>
            <p:ph idx="27"/>
          </p:nvPr>
        </p:nvSpPr>
        <p:spPr>
          <a:xfrm>
            <a:off x="312420" y="4459029"/>
            <a:ext cx="3027128" cy="738319"/>
          </a:xfrm>
        </p:spPr>
        <p:txBody>
          <a:bodyPr anchor="ctr">
            <a:normAutofit/>
          </a:bodyPr>
          <a:lstStyle>
            <a:lvl1pPr>
              <a:buNone/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Value 4">
            <a:extLst>
              <a:ext uri="{FF2B5EF4-FFF2-40B4-BE49-F238E27FC236}">
                <a16:creationId xmlns:a16="http://schemas.microsoft.com/office/drawing/2014/main" id="{40709A5F-ABF9-3D53-5E50-17B06BD2EC84}"/>
              </a:ext>
            </a:extLst>
          </p:cNvPr>
          <p:cNvSpPr>
            <a:spLocks noGrp="1"/>
          </p:cNvSpPr>
          <p:nvPr>
            <p:ph idx="28"/>
          </p:nvPr>
        </p:nvSpPr>
        <p:spPr>
          <a:xfrm>
            <a:off x="3498574" y="4459029"/>
            <a:ext cx="8381006" cy="738319"/>
          </a:xfrm>
        </p:spPr>
        <p:txBody>
          <a:bodyPr anchor="ctr">
            <a:normAutofit/>
          </a:bodyPr>
          <a:lstStyle>
            <a:lvl1pPr>
              <a:buNone/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398224587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Fl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low 1">
            <a:extLst>
              <a:ext uri="{FF2B5EF4-FFF2-40B4-BE49-F238E27FC236}">
                <a16:creationId xmlns:a16="http://schemas.microsoft.com/office/drawing/2014/main" id="{CE3F0D44-172A-CF1D-E1C1-730B2FD322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2420" y="1597859"/>
            <a:ext cx="5139431" cy="4585669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Flow 2">
            <a:extLst>
              <a:ext uri="{FF2B5EF4-FFF2-40B4-BE49-F238E27FC236}">
                <a16:creationId xmlns:a16="http://schemas.microsoft.com/office/drawing/2014/main" id="{F8E60AB5-72BD-C2E5-C767-BC6D3DD300C1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740151" y="1597859"/>
            <a:ext cx="5139431" cy="4585669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8" name="Num">
            <a:extLst>
              <a:ext uri="{FF2B5EF4-FFF2-40B4-BE49-F238E27FC236}">
                <a16:creationId xmlns:a16="http://schemas.microsoft.com/office/drawing/2014/main" id="{56AA02C1-A54C-165A-69BE-1B530B6E5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3268980" cy="365125"/>
          </a:xfrm>
        </p:spPr>
        <p:txBody>
          <a:bodyPr/>
          <a:lstStyle>
            <a:lvl1pPr>
              <a:defRPr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fld id="{C9FB15DA-11C7-0141-B5F8-718388A4C1CD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9" name="Sub Title">
            <a:extLst>
              <a:ext uri="{FF2B5EF4-FFF2-40B4-BE49-F238E27FC236}">
                <a16:creationId xmlns:a16="http://schemas.microsoft.com/office/drawing/2014/main" id="{764B9995-8162-9686-55CF-A601559383BA}"/>
              </a:ext>
            </a:extLst>
          </p:cNvPr>
          <p:cNvSpPr>
            <a:spLocks noGrp="1"/>
          </p:cNvSpPr>
          <p:nvPr>
            <p:ph type="subTitle" idx="15" hasCustomPrompt="1"/>
          </p:nvPr>
        </p:nvSpPr>
        <p:spPr>
          <a:xfrm>
            <a:off x="312420" y="0"/>
            <a:ext cx="4694586" cy="320634"/>
          </a:xfrm>
        </p:spPr>
        <p:txBody>
          <a:bodyPr anchor="b">
            <a:normAutofit/>
          </a:bodyPr>
          <a:lstStyle>
            <a:lvl1pPr marL="0" indent="0" algn="l">
              <a:buNone/>
              <a:defRPr sz="1800">
                <a:solidFill>
                  <a:srgbClr val="767676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の書式設定</a:t>
            </a:r>
          </a:p>
        </p:txBody>
      </p:sp>
      <p:sp>
        <p:nvSpPr>
          <p:cNvPr id="10" name="Main Message">
            <a:extLst>
              <a:ext uri="{FF2B5EF4-FFF2-40B4-BE49-F238E27FC236}">
                <a16:creationId xmlns:a16="http://schemas.microsoft.com/office/drawing/2014/main" id="{DAE0D25B-738A-5720-EB6D-999919171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2420" y="593765"/>
            <a:ext cx="11567160" cy="831273"/>
          </a:xfrm>
        </p:spPr>
        <p:txBody>
          <a:bodyPr/>
          <a:lstStyle>
            <a:lvl1pPr>
              <a:defRPr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2" name="Flow Image Arrow 1">
            <a:extLst>
              <a:ext uri="{FF2B5EF4-FFF2-40B4-BE49-F238E27FC236}">
                <a16:creationId xmlns:a16="http://schemas.microsoft.com/office/drawing/2014/main" id="{75F21B69-4754-060E-E03A-D4FEF929AD3A}"/>
              </a:ext>
            </a:extLst>
          </p:cNvPr>
          <p:cNvSpPr/>
          <p:nvPr userDrawn="1"/>
        </p:nvSpPr>
        <p:spPr>
          <a:xfrm>
            <a:off x="5847523" y="3468280"/>
            <a:ext cx="496956" cy="844826"/>
          </a:xfrm>
          <a:prstGeom prst="rightArrow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1517556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Fl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low 1">
            <a:extLst>
              <a:ext uri="{FF2B5EF4-FFF2-40B4-BE49-F238E27FC236}">
                <a16:creationId xmlns:a16="http://schemas.microsoft.com/office/drawing/2014/main" id="{CE3F0D44-172A-CF1D-E1C1-730B2FD322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8688" y="1597859"/>
            <a:ext cx="3437909" cy="4585669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8" name="Num">
            <a:extLst>
              <a:ext uri="{FF2B5EF4-FFF2-40B4-BE49-F238E27FC236}">
                <a16:creationId xmlns:a16="http://schemas.microsoft.com/office/drawing/2014/main" id="{56AA02C1-A54C-165A-69BE-1B530B6E5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3268980" cy="365125"/>
          </a:xfrm>
        </p:spPr>
        <p:txBody>
          <a:bodyPr/>
          <a:lstStyle>
            <a:lvl1pPr>
              <a:defRPr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fld id="{C9FB15DA-11C7-0141-B5F8-718388A4C1CD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9" name="Sub Title">
            <a:extLst>
              <a:ext uri="{FF2B5EF4-FFF2-40B4-BE49-F238E27FC236}">
                <a16:creationId xmlns:a16="http://schemas.microsoft.com/office/drawing/2014/main" id="{764B9995-8162-9686-55CF-A601559383BA}"/>
              </a:ext>
            </a:extLst>
          </p:cNvPr>
          <p:cNvSpPr>
            <a:spLocks noGrp="1"/>
          </p:cNvSpPr>
          <p:nvPr>
            <p:ph type="subTitle" idx="15" hasCustomPrompt="1"/>
          </p:nvPr>
        </p:nvSpPr>
        <p:spPr>
          <a:xfrm>
            <a:off x="312420" y="0"/>
            <a:ext cx="4694586" cy="320634"/>
          </a:xfrm>
        </p:spPr>
        <p:txBody>
          <a:bodyPr anchor="b">
            <a:normAutofit/>
          </a:bodyPr>
          <a:lstStyle>
            <a:lvl1pPr marL="0" indent="0" algn="l">
              <a:buNone/>
              <a:defRPr sz="1800">
                <a:solidFill>
                  <a:srgbClr val="767676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の書式設定</a:t>
            </a:r>
          </a:p>
        </p:txBody>
      </p:sp>
      <p:sp>
        <p:nvSpPr>
          <p:cNvPr id="10" name="Main Message">
            <a:extLst>
              <a:ext uri="{FF2B5EF4-FFF2-40B4-BE49-F238E27FC236}">
                <a16:creationId xmlns:a16="http://schemas.microsoft.com/office/drawing/2014/main" id="{DAE0D25B-738A-5720-EB6D-999919171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2420" y="593765"/>
            <a:ext cx="11567160" cy="831273"/>
          </a:xfrm>
        </p:spPr>
        <p:txBody>
          <a:bodyPr/>
          <a:lstStyle>
            <a:lvl1pPr>
              <a:defRPr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2" name="Flow 3">
            <a:extLst>
              <a:ext uri="{FF2B5EF4-FFF2-40B4-BE49-F238E27FC236}">
                <a16:creationId xmlns:a16="http://schemas.microsoft.com/office/drawing/2014/main" id="{2EEED239-1A49-F825-CBFF-45D4ECE2CC50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441671" y="1591291"/>
            <a:ext cx="3437909" cy="4585669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 dirty="0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 dirty="0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 dirty="0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 dirty="0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Flow 2">
            <a:extLst>
              <a:ext uri="{FF2B5EF4-FFF2-40B4-BE49-F238E27FC236}">
                <a16:creationId xmlns:a16="http://schemas.microsoft.com/office/drawing/2014/main" id="{85A53F95-8813-EFA1-C060-8EA2C910BB88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4377046" y="1591292"/>
            <a:ext cx="3437909" cy="4585669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Flow Image Arrow 1">
            <a:extLst>
              <a:ext uri="{FF2B5EF4-FFF2-40B4-BE49-F238E27FC236}">
                <a16:creationId xmlns:a16="http://schemas.microsoft.com/office/drawing/2014/main" id="{B6C99085-3D89-DED5-00A6-2719676E26FC}"/>
              </a:ext>
            </a:extLst>
          </p:cNvPr>
          <p:cNvSpPr/>
          <p:nvPr userDrawn="1"/>
        </p:nvSpPr>
        <p:spPr>
          <a:xfrm>
            <a:off x="3815210" y="3461712"/>
            <a:ext cx="496956" cy="844826"/>
          </a:xfrm>
          <a:prstGeom prst="rightArrow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Flow Image Arrow 2">
            <a:extLst>
              <a:ext uri="{FF2B5EF4-FFF2-40B4-BE49-F238E27FC236}">
                <a16:creationId xmlns:a16="http://schemas.microsoft.com/office/drawing/2014/main" id="{7A65E277-B479-3438-E69E-68A0A66DB0BF}"/>
              </a:ext>
            </a:extLst>
          </p:cNvPr>
          <p:cNvSpPr/>
          <p:nvPr userDrawn="1"/>
        </p:nvSpPr>
        <p:spPr>
          <a:xfrm>
            <a:off x="7876942" y="3461712"/>
            <a:ext cx="496956" cy="844826"/>
          </a:xfrm>
          <a:prstGeom prst="rightArrow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7174592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Fl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low 1">
            <a:extLst>
              <a:ext uri="{FF2B5EF4-FFF2-40B4-BE49-F238E27FC236}">
                <a16:creationId xmlns:a16="http://schemas.microsoft.com/office/drawing/2014/main" id="{CE3F0D44-172A-CF1D-E1C1-730B2FD322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2693" y="1597859"/>
            <a:ext cx="2179621" cy="4585669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 dirty="0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 dirty="0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 dirty="0"/>
              <a:t>4 </a:t>
            </a:r>
            <a:r>
              <a:rPr kumimoji="1" lang="ja-JP" altLang="en-US"/>
              <a:t>レベル</a:t>
            </a:r>
          </a:p>
        </p:txBody>
      </p:sp>
      <p:sp>
        <p:nvSpPr>
          <p:cNvPr id="4" name="Flow 2">
            <a:extLst>
              <a:ext uri="{FF2B5EF4-FFF2-40B4-BE49-F238E27FC236}">
                <a16:creationId xmlns:a16="http://schemas.microsoft.com/office/drawing/2014/main" id="{F8E60AB5-72BD-C2E5-C767-BC6D3DD300C1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460633" y="1597859"/>
            <a:ext cx="2179621" cy="4585669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 dirty="0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 dirty="0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 dirty="0"/>
              <a:t>4 </a:t>
            </a:r>
            <a:r>
              <a:rPr kumimoji="1" lang="ja-JP" altLang="en-US"/>
              <a:t>レベル</a:t>
            </a:r>
          </a:p>
        </p:txBody>
      </p:sp>
      <p:sp>
        <p:nvSpPr>
          <p:cNvPr id="8" name="Num">
            <a:extLst>
              <a:ext uri="{FF2B5EF4-FFF2-40B4-BE49-F238E27FC236}">
                <a16:creationId xmlns:a16="http://schemas.microsoft.com/office/drawing/2014/main" id="{56AA02C1-A54C-165A-69BE-1B530B6E5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3268980" cy="365125"/>
          </a:xfrm>
        </p:spPr>
        <p:txBody>
          <a:bodyPr/>
          <a:lstStyle>
            <a:lvl1pPr>
              <a:defRPr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fld id="{C9FB15DA-11C7-0141-B5F8-718388A4C1CD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9" name="Sub Title">
            <a:extLst>
              <a:ext uri="{FF2B5EF4-FFF2-40B4-BE49-F238E27FC236}">
                <a16:creationId xmlns:a16="http://schemas.microsoft.com/office/drawing/2014/main" id="{764B9995-8162-9686-55CF-A601559383BA}"/>
              </a:ext>
            </a:extLst>
          </p:cNvPr>
          <p:cNvSpPr>
            <a:spLocks noGrp="1"/>
          </p:cNvSpPr>
          <p:nvPr>
            <p:ph type="subTitle" idx="15" hasCustomPrompt="1"/>
          </p:nvPr>
        </p:nvSpPr>
        <p:spPr>
          <a:xfrm>
            <a:off x="312420" y="0"/>
            <a:ext cx="4694586" cy="320634"/>
          </a:xfrm>
        </p:spPr>
        <p:txBody>
          <a:bodyPr anchor="b">
            <a:normAutofit/>
          </a:bodyPr>
          <a:lstStyle>
            <a:lvl1pPr marL="0" indent="0" algn="l">
              <a:buNone/>
              <a:defRPr sz="1800">
                <a:solidFill>
                  <a:srgbClr val="767676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の書式設定</a:t>
            </a:r>
          </a:p>
        </p:txBody>
      </p:sp>
      <p:sp>
        <p:nvSpPr>
          <p:cNvPr id="10" name="Main Message">
            <a:extLst>
              <a:ext uri="{FF2B5EF4-FFF2-40B4-BE49-F238E27FC236}">
                <a16:creationId xmlns:a16="http://schemas.microsoft.com/office/drawing/2014/main" id="{DAE0D25B-738A-5720-EB6D-999919171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2420" y="593765"/>
            <a:ext cx="11567160" cy="831273"/>
          </a:xfrm>
        </p:spPr>
        <p:txBody>
          <a:bodyPr/>
          <a:lstStyle>
            <a:lvl1pPr>
              <a:defRPr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2" name="Flow Image Arrow 2">
            <a:extLst>
              <a:ext uri="{FF2B5EF4-FFF2-40B4-BE49-F238E27FC236}">
                <a16:creationId xmlns:a16="http://schemas.microsoft.com/office/drawing/2014/main" id="{75F21B69-4754-060E-E03A-D4FEF929AD3A}"/>
              </a:ext>
            </a:extLst>
          </p:cNvPr>
          <p:cNvSpPr/>
          <p:nvPr userDrawn="1"/>
        </p:nvSpPr>
        <p:spPr>
          <a:xfrm>
            <a:off x="5847523" y="3468280"/>
            <a:ext cx="496956" cy="844826"/>
          </a:xfrm>
          <a:prstGeom prst="rightArrow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Flow 3">
            <a:extLst>
              <a:ext uri="{FF2B5EF4-FFF2-40B4-BE49-F238E27FC236}">
                <a16:creationId xmlns:a16="http://schemas.microsoft.com/office/drawing/2014/main" id="{5065A5E0-7CEB-F72B-5022-0A07C6204FED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6588573" y="1597859"/>
            <a:ext cx="2179621" cy="4585669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 dirty="0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 dirty="0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 dirty="0"/>
              <a:t>4 </a:t>
            </a:r>
            <a:r>
              <a:rPr kumimoji="1" lang="ja-JP" altLang="en-US"/>
              <a:t>レベル</a:t>
            </a:r>
          </a:p>
        </p:txBody>
      </p:sp>
      <p:sp>
        <p:nvSpPr>
          <p:cNvPr id="6" name="Flow 4">
            <a:extLst>
              <a:ext uri="{FF2B5EF4-FFF2-40B4-BE49-F238E27FC236}">
                <a16:creationId xmlns:a16="http://schemas.microsoft.com/office/drawing/2014/main" id="{E8A8F09A-6E73-1D5D-E651-D3ACC3038824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9716513" y="1597859"/>
            <a:ext cx="2179621" cy="4585669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 dirty="0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 dirty="0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 dirty="0"/>
              <a:t>4 </a:t>
            </a:r>
            <a:r>
              <a:rPr kumimoji="1" lang="ja-JP" altLang="en-US"/>
              <a:t>レベル</a:t>
            </a:r>
          </a:p>
        </p:txBody>
      </p:sp>
      <p:sp>
        <p:nvSpPr>
          <p:cNvPr id="7" name="Flow Image Arrow 1">
            <a:extLst>
              <a:ext uri="{FF2B5EF4-FFF2-40B4-BE49-F238E27FC236}">
                <a16:creationId xmlns:a16="http://schemas.microsoft.com/office/drawing/2014/main" id="{7AC79D2C-789E-8956-CCF0-FFAD2406A49F}"/>
              </a:ext>
            </a:extLst>
          </p:cNvPr>
          <p:cNvSpPr/>
          <p:nvPr userDrawn="1"/>
        </p:nvSpPr>
        <p:spPr>
          <a:xfrm>
            <a:off x="2719583" y="3468280"/>
            <a:ext cx="496956" cy="844826"/>
          </a:xfrm>
          <a:prstGeom prst="rightArrow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Flow Image Arrow 3">
            <a:extLst>
              <a:ext uri="{FF2B5EF4-FFF2-40B4-BE49-F238E27FC236}">
                <a16:creationId xmlns:a16="http://schemas.microsoft.com/office/drawing/2014/main" id="{5ED27B52-A2EC-ED8E-3B8B-4E67E15BA5DB}"/>
              </a:ext>
            </a:extLst>
          </p:cNvPr>
          <p:cNvSpPr/>
          <p:nvPr userDrawn="1"/>
        </p:nvSpPr>
        <p:spPr>
          <a:xfrm>
            <a:off x="9045419" y="3468280"/>
            <a:ext cx="496956" cy="844826"/>
          </a:xfrm>
          <a:prstGeom prst="rightArrow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019299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ody">
            <a:extLst>
              <a:ext uri="{FF2B5EF4-FFF2-40B4-BE49-F238E27FC236}">
                <a16:creationId xmlns:a16="http://schemas.microsoft.com/office/drawing/2014/main" id="{CE3F0D44-172A-CF1D-E1C1-730B2FD322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2420" y="1591294"/>
            <a:ext cx="11567160" cy="4585669"/>
          </a:xfrm>
        </p:spPr>
        <p:txBody>
          <a:bodyPr>
            <a:normAutofit/>
          </a:bodyPr>
          <a:lstStyle>
            <a:lvl1pPr>
              <a:defRPr sz="1800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2pPr>
            <a:lvl3pPr>
              <a:defRPr sz="1400">
                <a:latin typeface="Meiryo UI" panose="020B0604030504040204" pitchFamily="34" charset="-128"/>
                <a:ea typeface="Meiryo UI" panose="020B0604030504040204" pitchFamily="34" charset="-128"/>
              </a:defRPr>
            </a:lvl3pPr>
            <a:lvl4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4pPr>
            <a:lvl5pPr>
              <a:defRPr sz="1200">
                <a:latin typeface="Meiryo UI" panose="020B0604030504040204" pitchFamily="34" charset="-128"/>
                <a:ea typeface="Meiryo UI" panose="020B0604030504040204" pitchFamily="34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Num">
            <a:extLst>
              <a:ext uri="{FF2B5EF4-FFF2-40B4-BE49-F238E27FC236}">
                <a16:creationId xmlns:a16="http://schemas.microsoft.com/office/drawing/2014/main" id="{2132AAD4-F547-CCCC-FA45-D2D977DBFF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3268980" cy="365125"/>
          </a:xfrm>
        </p:spPr>
        <p:txBody>
          <a:bodyPr/>
          <a:lstStyle>
            <a:lvl1pPr>
              <a:defRPr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fld id="{C9FB15DA-11C7-0141-B5F8-718388A4C1CD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8" name="Sub Title">
            <a:extLst>
              <a:ext uri="{FF2B5EF4-FFF2-40B4-BE49-F238E27FC236}">
                <a16:creationId xmlns:a16="http://schemas.microsoft.com/office/drawing/2014/main" id="{0B24CCB9-A19B-FA92-B794-CE72BE6CD614}"/>
              </a:ext>
            </a:extLst>
          </p:cNvPr>
          <p:cNvSpPr>
            <a:spLocks noGrp="1"/>
          </p:cNvSpPr>
          <p:nvPr>
            <p:ph type="subTitle" idx="15" hasCustomPrompt="1"/>
          </p:nvPr>
        </p:nvSpPr>
        <p:spPr>
          <a:xfrm>
            <a:off x="312420" y="0"/>
            <a:ext cx="4694586" cy="320634"/>
          </a:xfrm>
        </p:spPr>
        <p:txBody>
          <a:bodyPr anchor="b">
            <a:normAutofit/>
          </a:bodyPr>
          <a:lstStyle>
            <a:lvl1pPr marL="0" indent="0" algn="l">
              <a:buNone/>
              <a:defRPr sz="1800">
                <a:solidFill>
                  <a:srgbClr val="767676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の書式設定</a:t>
            </a:r>
          </a:p>
        </p:txBody>
      </p:sp>
      <p:sp>
        <p:nvSpPr>
          <p:cNvPr id="9" name="Main Message">
            <a:extLst>
              <a:ext uri="{FF2B5EF4-FFF2-40B4-BE49-F238E27FC236}">
                <a16:creationId xmlns:a16="http://schemas.microsoft.com/office/drawing/2014/main" id="{F78E5913-8F1F-46E0-8662-AC268664D2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2420" y="593765"/>
            <a:ext cx="11567160" cy="831273"/>
          </a:xfrm>
        </p:spPr>
        <p:txBody>
          <a:bodyPr/>
          <a:lstStyle>
            <a:lvl1pPr>
              <a:defRPr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131307059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 Cov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Logo">
            <a:extLst>
              <a:ext uri="{FF2B5EF4-FFF2-40B4-BE49-F238E27FC236}">
                <a16:creationId xmlns:a16="http://schemas.microsoft.com/office/drawing/2014/main" id="{4BC56AA8-8228-D08D-0833-F41D7D6FDB32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638800" y="2971800"/>
            <a:ext cx="914400" cy="9144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kumimoji="1" lang="en-US" altLang="ja-JP" dirty="0"/>
              <a:t>logo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75510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0561DBA7-724F-AFFD-6136-B32B3F0721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2420" y="593765"/>
            <a:ext cx="11567160" cy="83127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38C0CFD-645B-EDDD-3915-45AB50898B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2420" y="1591294"/>
            <a:ext cx="11567160" cy="45856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 dirty="0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 dirty="0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 dirty="0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 dirty="0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D2979FF-2A1C-1D6E-A8A6-4B724D11E5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32689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fld id="{C9FB15DA-11C7-0141-B5F8-718388A4C1CD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5C30F11-3F8B-CE6B-E532-4037023008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870532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7" r:id="rId2"/>
    <p:sldLayoutId id="2147483664" r:id="rId3"/>
    <p:sldLayoutId id="2147483650" r:id="rId4"/>
    <p:sldLayoutId id="2147483652" r:id="rId5"/>
    <p:sldLayoutId id="2147483672" r:id="rId6"/>
    <p:sldLayoutId id="2147483653" r:id="rId7"/>
    <p:sldLayoutId id="2147483662" r:id="rId8"/>
    <p:sldLayoutId id="2147483663" r:id="rId9"/>
    <p:sldLayoutId id="2147483673" r:id="rId10"/>
    <p:sldLayoutId id="2147483674" r:id="rId11"/>
    <p:sldLayoutId id="2147483658" r:id="rId12"/>
    <p:sldLayoutId id="2147483659" r:id="rId13"/>
    <p:sldLayoutId id="2147483660" r:id="rId14"/>
    <p:sldLayoutId id="2147483671" r:id="rId15"/>
    <p:sldLayoutId id="2147483661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55" r:id="rId23"/>
    <p:sldLayoutId id="2147483675" r:id="rId24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2400" kern="1200">
          <a:solidFill>
            <a:schemeClr val="tx1"/>
          </a:solidFill>
          <a:latin typeface="Meiryo UI" panose="020B0604030504040204" pitchFamily="34" charset="-128"/>
          <a:ea typeface="Meiryo UI" panose="020B0604030504040204" pitchFamily="34" charset="-128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Meiryo UI" panose="020B0604030504040204" pitchFamily="34" charset="-128"/>
          <a:ea typeface="Meiryo UI" panose="020B0604030504040204" pitchFamily="34" charset="-128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Meiryo UI" panose="020B0604030504040204" pitchFamily="34" charset="-128"/>
          <a:ea typeface="Meiryo UI" panose="020B0604030504040204" pitchFamily="34" charset="-128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Meiryo UI" panose="020B0604030504040204" pitchFamily="34" charset="-128"/>
          <a:ea typeface="Meiryo UI" panose="020B0604030504040204" pitchFamily="34" charset="-128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400" kern="1200">
          <a:solidFill>
            <a:schemeClr val="tx1"/>
          </a:solidFill>
          <a:latin typeface="Meiryo UI" panose="020B0604030504040204" pitchFamily="34" charset="-128"/>
          <a:ea typeface="Meiryo UI" panose="020B0604030504040204" pitchFamily="34" charset="-128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400" kern="1200">
          <a:solidFill>
            <a:schemeClr val="tx1"/>
          </a:solidFill>
          <a:latin typeface="Meiryo UI" panose="020B0604030504040204" pitchFamily="34" charset="-128"/>
          <a:ea typeface="Meiryo UI" panose="020B0604030504040204" pitchFamily="34" charset="-128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3200" b="0" i="0">
                <a:solidFill>
                  <a:srgbClr val="1A1A1A"/>
                </a:solidFill>
                <a:latin typeface="Meiryo UI"/>
              </a:defRPr>
            </a:pPr>
            <a:r>
              <a:t>提案表紙A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サブタイトル 1</a:t>
            </a:r>
          </a:p>
        </p:txBody>
      </p:sp>
      <p:sp>
        <p:nvSpPr>
          <p:cNvPr id="6" name="Text1"/>
          <p:cNvSpPr txBox="1"/>
          <p:nvPr/>
        </p:nvSpPr>
        <p:spPr>
          <a:xfrm>
            <a:off x="312419" y="463139"/>
            <a:ext cx="11567157" cy="6293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Text1 セクション 1</a:t>
            </a:r>
          </a:p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- ポイント A</a:t>
            </a:r>
          </a:p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- ポイント B</a:t>
            </a:r>
          </a:p>
        </p:txBody>
      </p:sp>
      <p:pic>
        <p:nvPicPr>
          <p:cNvPr id="7" name="Logo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65176" y="17813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3200" b="0" i="0">
                <a:solidFill>
                  <a:srgbClr val="1A1A1A"/>
                </a:solidFill>
                <a:latin typeface="Meiryo UI"/>
              </a:defRPr>
            </a:pPr>
            <a:r>
              <a:t>提案表紙B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サブタイトル 2</a:t>
            </a:r>
          </a:p>
        </p:txBody>
      </p:sp>
      <p:sp>
        <p:nvSpPr>
          <p:cNvPr id="6" name="Text1"/>
          <p:cNvSpPr txBox="1"/>
          <p:nvPr/>
        </p:nvSpPr>
        <p:spPr>
          <a:xfrm>
            <a:off x="312419" y="463139"/>
            <a:ext cx="11567157" cy="6293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Text1 セクション 2</a:t>
            </a:r>
          </a:p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- ポイント A</a:t>
            </a:r>
          </a:p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- ポイント B</a:t>
            </a:r>
          </a:p>
        </p:txBody>
      </p:sp>
      <p:pic>
        <p:nvPicPr>
          <p:cNvPr id="7" name="Logo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65176" y="17813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3200" b="0" i="0">
                <a:solidFill>
                  <a:srgbClr val="1A1A1A"/>
                </a:solidFill>
                <a:latin typeface="Meiryo UI"/>
              </a:defRPr>
            </a:pPr>
            <a:r>
              <a:t>章扉 左配置A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サブタイトル 1</a:t>
            </a:r>
          </a:p>
        </p:txBody>
      </p:sp>
      <p:pic>
        <p:nvPicPr>
          <p:cNvPr id="5" name="Logo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65176" y="17813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3200" b="0" i="0">
                <a:solidFill>
                  <a:srgbClr val="1A1A1A"/>
                </a:solidFill>
                <a:latin typeface="Meiryo UI"/>
              </a:defRPr>
            </a:pPr>
            <a:r>
              <a:t>章扉 左配置B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サブタイトル 2</a:t>
            </a:r>
          </a:p>
        </p:txBody>
      </p:sp>
      <p:pic>
        <p:nvPicPr>
          <p:cNvPr id="5" name="Logo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65176" y="17813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3200" b="0" i="0">
                <a:solidFill>
                  <a:srgbClr val="1A1A1A"/>
                </a:solidFill>
                <a:latin typeface="Meiryo UI"/>
              </a:defRPr>
            </a:pPr>
            <a:r>
              <a:t>章扉 中央A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サブタイトル 1</a:t>
            </a:r>
          </a:p>
        </p:txBody>
      </p:sp>
      <p:pic>
        <p:nvPicPr>
          <p:cNvPr id="5" name="Logo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65176" y="17813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3200" b="0" i="0">
                <a:solidFill>
                  <a:srgbClr val="1A1A1A"/>
                </a:solidFill>
                <a:latin typeface="Meiryo UI"/>
              </a:defRPr>
            </a:pPr>
            <a:r>
              <a:t>章扉 中央B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サブタイトル 2</a:t>
            </a:r>
          </a:p>
        </p:txBody>
      </p:sp>
      <p:pic>
        <p:nvPicPr>
          <p:cNvPr id="5" name="Logo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65176" y="17813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Subtitle 2"/>
          <p:cNvSpPr>
            <a:spLocks noGrp="1"/>
          </p:cNvSpPr>
          <p:nvPr>
            <p:ph type="subTitle" idx="15"/>
          </p:nvPr>
        </p:nvSpPr>
        <p:spPr/>
        <p:txBody>
          <a:bodyPr/>
          <a:lstStyle/>
          <a:p>
            <a:pPr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サブタイトル 1</a:t>
            </a:r>
          </a:p>
        </p:txBody>
      </p:sp>
      <p:sp>
        <p:nvSpPr>
          <p:cNvPr id="5" name="Agenda"/>
          <p:cNvSpPr txBox="1"/>
          <p:nvPr/>
        </p:nvSpPr>
        <p:spPr>
          <a:xfrm>
            <a:off x="312420" y="593766"/>
            <a:ext cx="11567160" cy="554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Agenda トピック 1-1</a:t>
            </a:r>
          </a:p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Agenda トピック 1-2</a:t>
            </a:r>
          </a:p>
        </p:txBody>
      </p:sp>
      <p:pic>
        <p:nvPicPr>
          <p:cNvPr id="6" name="Logo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65176" y="17813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Subtitle 2"/>
          <p:cNvSpPr>
            <a:spLocks noGrp="1"/>
          </p:cNvSpPr>
          <p:nvPr>
            <p:ph type="subTitle" idx="15"/>
          </p:nvPr>
        </p:nvSpPr>
        <p:spPr/>
        <p:txBody>
          <a:bodyPr/>
          <a:lstStyle/>
          <a:p>
            <a:pPr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サブタイトル 2</a:t>
            </a:r>
          </a:p>
        </p:txBody>
      </p:sp>
      <p:sp>
        <p:nvSpPr>
          <p:cNvPr id="5" name="Agenda"/>
          <p:cNvSpPr txBox="1"/>
          <p:nvPr/>
        </p:nvSpPr>
        <p:spPr>
          <a:xfrm>
            <a:off x="312420" y="593766"/>
            <a:ext cx="11567160" cy="554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Agenda トピック 2-1</a:t>
            </a:r>
          </a:p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Agenda トピック 2-2</a:t>
            </a:r>
          </a:p>
        </p:txBody>
      </p:sp>
      <p:pic>
        <p:nvPicPr>
          <p:cNvPr id="6" name="Logo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65176" y="17813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0" i="0">
                <a:solidFill>
                  <a:srgbClr val="1A1A1A"/>
                </a:solidFill>
                <a:latin typeface="Meiryo UI"/>
              </a:defRPr>
            </a:pPr>
            <a:r>
              <a:t>1カラム要点A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5"/>
          </p:nvPr>
        </p:nvSpPr>
        <p:spPr/>
        <p:txBody>
          <a:bodyPr/>
          <a:lstStyle/>
          <a:p>
            <a:pPr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サブタイトル 1</a:t>
            </a:r>
          </a:p>
        </p:txBody>
      </p:sp>
      <p:sp>
        <p:nvSpPr>
          <p:cNvPr id="5" name="Body"/>
          <p:cNvSpPr txBox="1"/>
          <p:nvPr/>
        </p:nvSpPr>
        <p:spPr>
          <a:xfrm>
            <a:off x="312420" y="1591294"/>
            <a:ext cx="11567160" cy="45856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Body のサンプル 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0" i="0">
                <a:solidFill>
                  <a:srgbClr val="1A1A1A"/>
                </a:solidFill>
                <a:latin typeface="Meiryo UI"/>
              </a:defRPr>
            </a:pPr>
            <a:r>
              <a:t>1カラム要点B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5"/>
          </p:nvPr>
        </p:nvSpPr>
        <p:spPr/>
        <p:txBody>
          <a:bodyPr/>
          <a:lstStyle/>
          <a:p>
            <a:pPr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サブタイトル 2</a:t>
            </a:r>
          </a:p>
        </p:txBody>
      </p:sp>
      <p:sp>
        <p:nvSpPr>
          <p:cNvPr id="5" name="Body"/>
          <p:cNvSpPr txBox="1"/>
          <p:nvPr/>
        </p:nvSpPr>
        <p:spPr>
          <a:xfrm>
            <a:off x="312420" y="1591294"/>
            <a:ext cx="11567160" cy="45856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Body のサンプル 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0" i="0">
                <a:solidFill>
                  <a:srgbClr val="1A1A1A"/>
                </a:solidFill>
                <a:latin typeface="Meiryo UI"/>
              </a:defRPr>
            </a:pPr>
            <a:r>
              <a:t>2行サマリーA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5"/>
          </p:nvPr>
        </p:nvSpPr>
        <p:spPr/>
        <p:txBody>
          <a:bodyPr/>
          <a:lstStyle/>
          <a:p>
            <a:pPr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サブタイトル 1</a:t>
            </a:r>
          </a:p>
        </p:txBody>
      </p:sp>
      <p:sp>
        <p:nvSpPr>
          <p:cNvPr id="6" name="Body Upper"/>
          <p:cNvSpPr txBox="1"/>
          <p:nvPr/>
        </p:nvSpPr>
        <p:spPr>
          <a:xfrm>
            <a:off x="312420" y="1591295"/>
            <a:ext cx="11567160" cy="2178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Body Upper のサンプル 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12420" y="3973823"/>
          <a:ext cx="11567160" cy="2178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83580"/>
                <a:gridCol w="5783580"/>
              </a:tblGrid>
              <a:tr h="544625">
                <a:tc>
                  <a:txBody>
                    <a:bodyPr/>
                    <a:lstStyle/>
                    <a:p>
                      <a:pPr>
                        <a:defRPr sz="1800" b="1" i="0">
                          <a:solidFill>
                            <a:srgbClr val="FFFFFF"/>
                          </a:solidFill>
                          <a:latin typeface="Meiryo UI"/>
                        </a:defRPr>
                      </a:pPr>
                      <a:r>
                        <a:t>項目</a:t>
                      </a:r>
                    </a:p>
                  </a:txBody>
                  <a:tcPr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 i="0">
                          <a:solidFill>
                            <a:srgbClr val="FFFFFF"/>
                          </a:solidFill>
                          <a:latin typeface="Meiryo UI"/>
                        </a:defRPr>
                      </a:pPr>
                      <a:r>
                        <a:t>値</a:t>
                      </a:r>
                    </a:p>
                  </a:txBody>
                  <a:tcPr>
                    <a:solidFill>
                      <a:srgbClr val="005BAC"/>
                    </a:solidFill>
                  </a:tcPr>
                </a:tc>
              </a:tr>
              <a:tr h="544625">
                <a:tc>
                  <a:txBody>
                    <a:bodyPr/>
                    <a:lstStyle/>
                    <a:p>
                      <a:pPr>
                        <a:defRPr sz="1600" b="0" i="0">
                          <a:solidFill>
                            <a:srgbClr val="333333"/>
                          </a:solidFill>
                          <a:latin typeface="Meiryo UI"/>
                        </a:defRPr>
                      </a:pPr>
                      <a:r>
                        <a:t>テンプレ数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 i="0">
                          <a:solidFill>
                            <a:srgbClr val="333333"/>
                          </a:solidFill>
                          <a:latin typeface="Meiryo UI"/>
                        </a:defRPr>
                      </a:pPr>
                      <a: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4625">
                <a:tc>
                  <a:txBody>
                    <a:bodyPr/>
                    <a:lstStyle/>
                    <a:p>
                      <a:pPr>
                        <a:defRPr sz="1600" b="0" i="0">
                          <a:solidFill>
                            <a:srgbClr val="333333"/>
                          </a:solidFill>
                          <a:latin typeface="Meiryo UI"/>
                        </a:defRPr>
                      </a:pPr>
                      <a:r>
                        <a:t>サンプルJSON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 i="0">
                          <a:solidFill>
                            <a:srgbClr val="333333"/>
                          </a:solidFill>
                          <a:latin typeface="Meiryo UI"/>
                        </a:defRPr>
                      </a:pPr>
                      <a:r>
                        <a:t>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4625">
                <a:tc>
                  <a:txBody>
                    <a:bodyPr/>
                    <a:lstStyle/>
                    <a:p>
                      <a:pPr>
                        <a:defRPr sz="1600" b="0" i="0">
                          <a:solidFill>
                            <a:srgbClr val="333333"/>
                          </a:solidFill>
                          <a:latin typeface="Meiryo UI"/>
                        </a:defRPr>
                      </a:pPr>
                      <a:r>
                        <a:t>検証完了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 i="0">
                          <a:solidFill>
                            <a:srgbClr val="333333"/>
                          </a:solidFill>
                          <a:latin typeface="Meiryo UI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0" i="0">
                <a:solidFill>
                  <a:srgbClr val="1A1A1A"/>
                </a:solidFill>
                <a:latin typeface="Meiryo UI"/>
              </a:defRPr>
            </a:pPr>
            <a:r>
              <a:t>2行サマリーB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5"/>
          </p:nvPr>
        </p:nvSpPr>
        <p:spPr/>
        <p:txBody>
          <a:bodyPr/>
          <a:lstStyle/>
          <a:p>
            <a:pPr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サブタイトル 2</a:t>
            </a:r>
          </a:p>
        </p:txBody>
      </p:sp>
      <p:sp>
        <p:nvSpPr>
          <p:cNvPr id="6" name="Body Upper"/>
          <p:cNvSpPr txBox="1"/>
          <p:nvPr/>
        </p:nvSpPr>
        <p:spPr>
          <a:xfrm>
            <a:off x="312420" y="1591295"/>
            <a:ext cx="11567160" cy="2178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Body Upper のサンプル 2</a:t>
            </a:r>
          </a:p>
        </p:txBody>
      </p:sp>
      <p:sp>
        <p:nvSpPr>
          <p:cNvPr id="7" name="Body Lower"/>
          <p:cNvSpPr txBox="1"/>
          <p:nvPr/>
        </p:nvSpPr>
        <p:spPr>
          <a:xfrm>
            <a:off x="312420" y="3973823"/>
            <a:ext cx="11567160" cy="2178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Body Lower のサンプル 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Subtitle 3"/>
          <p:cNvSpPr>
            <a:spLocks noGrp="1"/>
          </p:cNvSpPr>
          <p:nvPr>
            <p:ph type="subTitle" idx="15"/>
          </p:nvPr>
        </p:nvSpPr>
        <p:spPr/>
        <p:txBody>
          <a:bodyPr/>
          <a:lstStyle/>
          <a:p>
            <a:pPr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サブタイトル 1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0" i="0">
                <a:solidFill>
                  <a:srgbClr val="1A1A1A"/>
                </a:solidFill>
                <a:latin typeface="Meiryo UI"/>
              </a:defRPr>
            </a:pPr>
            <a:r>
              <a:t>2カラム比較A</a:t>
            </a:r>
          </a:p>
        </p:txBody>
      </p:sp>
      <p:sp>
        <p:nvSpPr>
          <p:cNvPr id="6" name="Body Left"/>
          <p:cNvSpPr txBox="1"/>
          <p:nvPr/>
        </p:nvSpPr>
        <p:spPr>
          <a:xfrm>
            <a:off x="312420" y="1591294"/>
            <a:ext cx="5653374" cy="45856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Body Left のサンプル 1</a:t>
            </a:r>
          </a:p>
        </p:txBody>
      </p:sp>
      <p:sp>
        <p:nvSpPr>
          <p:cNvPr id="7" name="Body Right"/>
          <p:cNvSpPr txBox="1"/>
          <p:nvPr/>
        </p:nvSpPr>
        <p:spPr>
          <a:xfrm>
            <a:off x="6226206" y="1591293"/>
            <a:ext cx="5653374" cy="45856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Body Right のサンプル 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Subtitle 3"/>
          <p:cNvSpPr>
            <a:spLocks noGrp="1"/>
          </p:cNvSpPr>
          <p:nvPr>
            <p:ph type="subTitle" idx="15"/>
          </p:nvPr>
        </p:nvSpPr>
        <p:spPr/>
        <p:txBody>
          <a:bodyPr/>
          <a:lstStyle/>
          <a:p>
            <a:pPr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サブタイトル 2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0" i="0">
                <a:solidFill>
                  <a:srgbClr val="1A1A1A"/>
                </a:solidFill>
                <a:latin typeface="Meiryo UI"/>
              </a:defRPr>
            </a:pPr>
            <a:r>
              <a:t>2カラム比較B</a:t>
            </a:r>
          </a:p>
        </p:txBody>
      </p:sp>
      <p:sp>
        <p:nvSpPr>
          <p:cNvPr id="6" name="Body Left"/>
          <p:cNvSpPr txBox="1"/>
          <p:nvPr/>
        </p:nvSpPr>
        <p:spPr>
          <a:xfrm>
            <a:off x="312420" y="1591294"/>
            <a:ext cx="5653374" cy="45856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Body Left のサンプル 2</a:t>
            </a:r>
          </a:p>
        </p:txBody>
      </p:sp>
      <p:sp>
        <p:nvSpPr>
          <p:cNvPr id="7" name="Body Right"/>
          <p:cNvSpPr txBox="1"/>
          <p:nvPr/>
        </p:nvSpPr>
        <p:spPr>
          <a:xfrm>
            <a:off x="6226206" y="1591293"/>
            <a:ext cx="5653374" cy="45856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Body Right のサンプル 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Subtitle 3"/>
          <p:cNvSpPr>
            <a:spLocks noGrp="1"/>
          </p:cNvSpPr>
          <p:nvPr>
            <p:ph type="subTitle" idx="15"/>
          </p:nvPr>
        </p:nvSpPr>
        <p:spPr/>
        <p:txBody>
          <a:bodyPr/>
          <a:lstStyle/>
          <a:p>
            <a:pPr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サブタイトル 1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0" i="0">
                <a:solidFill>
                  <a:srgbClr val="1A1A1A"/>
                </a:solidFill>
                <a:latin typeface="Meiryo UI"/>
              </a:defRPr>
            </a:pPr>
            <a:r>
              <a:t>左強調カードA</a:t>
            </a:r>
          </a:p>
        </p:txBody>
      </p:sp>
      <p:sp>
        <p:nvSpPr>
          <p:cNvPr id="7" name="Body Left"/>
          <p:cNvSpPr txBox="1"/>
          <p:nvPr/>
        </p:nvSpPr>
        <p:spPr>
          <a:xfrm>
            <a:off x="312420" y="1591294"/>
            <a:ext cx="5653374" cy="45856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Body Left のサンプル 1</a:t>
            </a:r>
          </a:p>
        </p:txBody>
      </p:sp>
      <p:sp>
        <p:nvSpPr>
          <p:cNvPr id="8" name="Body Upper Right"/>
          <p:cNvSpPr txBox="1"/>
          <p:nvPr/>
        </p:nvSpPr>
        <p:spPr>
          <a:xfrm>
            <a:off x="6226206" y="1591293"/>
            <a:ext cx="5653374" cy="22054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Body Upper Right のサンプル 1</a:t>
            </a:r>
          </a:p>
        </p:txBody>
      </p:sp>
      <p:sp>
        <p:nvSpPr>
          <p:cNvPr id="9" name="Body Lower Right"/>
          <p:cNvSpPr txBox="1"/>
          <p:nvPr/>
        </p:nvSpPr>
        <p:spPr>
          <a:xfrm>
            <a:off x="6226206" y="3984640"/>
            <a:ext cx="5653374" cy="22054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Body Lower Right のサンプル 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Subtitle 3"/>
          <p:cNvSpPr>
            <a:spLocks noGrp="1"/>
          </p:cNvSpPr>
          <p:nvPr>
            <p:ph type="subTitle" idx="15"/>
          </p:nvPr>
        </p:nvSpPr>
        <p:spPr/>
        <p:txBody>
          <a:bodyPr/>
          <a:lstStyle/>
          <a:p>
            <a:pPr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サブタイトル 2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0" i="0">
                <a:solidFill>
                  <a:srgbClr val="1A1A1A"/>
                </a:solidFill>
                <a:latin typeface="Meiryo UI"/>
              </a:defRPr>
            </a:pPr>
            <a:r>
              <a:t>左強調カードB</a:t>
            </a:r>
          </a:p>
        </p:txBody>
      </p:sp>
      <p:sp>
        <p:nvSpPr>
          <p:cNvPr id="7" name="Body Left"/>
          <p:cNvSpPr txBox="1"/>
          <p:nvPr/>
        </p:nvSpPr>
        <p:spPr>
          <a:xfrm>
            <a:off x="312420" y="1591294"/>
            <a:ext cx="5653374" cy="45856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Body Left のサンプル 2</a:t>
            </a:r>
          </a:p>
        </p:txBody>
      </p:sp>
      <p:sp>
        <p:nvSpPr>
          <p:cNvPr id="8" name="Body Upper Right"/>
          <p:cNvSpPr txBox="1"/>
          <p:nvPr/>
        </p:nvSpPr>
        <p:spPr>
          <a:xfrm>
            <a:off x="6226206" y="1591293"/>
            <a:ext cx="5653374" cy="22054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Body Upper Right のサンプル 2</a:t>
            </a:r>
          </a:p>
        </p:txBody>
      </p:sp>
      <p:sp>
        <p:nvSpPr>
          <p:cNvPr id="9" name="Body Lower Right"/>
          <p:cNvSpPr txBox="1"/>
          <p:nvPr/>
        </p:nvSpPr>
        <p:spPr>
          <a:xfrm>
            <a:off x="6226206" y="3984640"/>
            <a:ext cx="5653374" cy="22054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Body Lower Right のサンプル 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Subtitle 3"/>
          <p:cNvSpPr>
            <a:spLocks noGrp="1"/>
          </p:cNvSpPr>
          <p:nvPr>
            <p:ph type="subTitle" idx="15"/>
          </p:nvPr>
        </p:nvSpPr>
        <p:spPr/>
        <p:txBody>
          <a:bodyPr/>
          <a:lstStyle/>
          <a:p>
            <a:pPr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サブタイトル 1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0" i="0">
                <a:solidFill>
                  <a:srgbClr val="1A1A1A"/>
                </a:solidFill>
                <a:latin typeface="Meiryo UI"/>
              </a:defRPr>
            </a:pPr>
            <a:r>
              <a:t>右強調カードA</a:t>
            </a:r>
          </a:p>
        </p:txBody>
      </p:sp>
      <p:sp>
        <p:nvSpPr>
          <p:cNvPr id="7" name="Body Left"/>
          <p:cNvSpPr txBox="1"/>
          <p:nvPr/>
        </p:nvSpPr>
        <p:spPr>
          <a:xfrm>
            <a:off x="6226206" y="1604426"/>
            <a:ext cx="5653374" cy="45856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Body Left のサンプル 1</a:t>
            </a:r>
          </a:p>
        </p:txBody>
      </p:sp>
      <p:sp>
        <p:nvSpPr>
          <p:cNvPr id="8" name="Body Upper Right"/>
          <p:cNvSpPr txBox="1"/>
          <p:nvPr/>
        </p:nvSpPr>
        <p:spPr>
          <a:xfrm>
            <a:off x="304800" y="1591293"/>
            <a:ext cx="5653374" cy="22054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Body Upper Right のサンプル 1</a:t>
            </a:r>
          </a:p>
        </p:txBody>
      </p:sp>
      <p:sp>
        <p:nvSpPr>
          <p:cNvPr id="9" name="Body Lower Right"/>
          <p:cNvSpPr txBox="1"/>
          <p:nvPr/>
        </p:nvSpPr>
        <p:spPr>
          <a:xfrm>
            <a:off x="304800" y="3984640"/>
            <a:ext cx="5653374" cy="22054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Body Lower Right のサンプル 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Subtitle 3"/>
          <p:cNvSpPr>
            <a:spLocks noGrp="1"/>
          </p:cNvSpPr>
          <p:nvPr>
            <p:ph type="subTitle" idx="15"/>
          </p:nvPr>
        </p:nvSpPr>
        <p:spPr/>
        <p:txBody>
          <a:bodyPr/>
          <a:lstStyle/>
          <a:p>
            <a:pPr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サブタイトル 2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0" i="0">
                <a:solidFill>
                  <a:srgbClr val="1A1A1A"/>
                </a:solidFill>
                <a:latin typeface="Meiryo UI"/>
              </a:defRPr>
            </a:pPr>
            <a:r>
              <a:t>右強調カードB</a:t>
            </a:r>
          </a:p>
        </p:txBody>
      </p:sp>
      <p:sp>
        <p:nvSpPr>
          <p:cNvPr id="7" name="Body Left"/>
          <p:cNvSpPr txBox="1"/>
          <p:nvPr/>
        </p:nvSpPr>
        <p:spPr>
          <a:xfrm>
            <a:off x="6226206" y="1604426"/>
            <a:ext cx="5653374" cy="45856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Body Left のサンプル 2</a:t>
            </a:r>
          </a:p>
        </p:txBody>
      </p:sp>
      <p:sp>
        <p:nvSpPr>
          <p:cNvPr id="8" name="Body Upper Right"/>
          <p:cNvSpPr txBox="1"/>
          <p:nvPr/>
        </p:nvSpPr>
        <p:spPr>
          <a:xfrm>
            <a:off x="304800" y="1591293"/>
            <a:ext cx="5653374" cy="22054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Body Upper Right のサンプル 2</a:t>
            </a:r>
          </a:p>
        </p:txBody>
      </p:sp>
      <p:sp>
        <p:nvSpPr>
          <p:cNvPr id="9" name="Body Lower Right"/>
          <p:cNvSpPr txBox="1"/>
          <p:nvPr/>
        </p:nvSpPr>
        <p:spPr>
          <a:xfrm>
            <a:off x="304800" y="3984640"/>
            <a:ext cx="5653374" cy="22054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Body Lower Right のサンプル 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0" i="0">
                <a:solidFill>
                  <a:srgbClr val="1A1A1A"/>
                </a:solidFill>
                <a:latin typeface="Meiryo UI"/>
              </a:defRPr>
            </a:pPr>
            <a:r>
              <a:t>3行カードA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5"/>
          </p:nvPr>
        </p:nvSpPr>
        <p:spPr/>
        <p:txBody>
          <a:bodyPr/>
          <a:lstStyle/>
          <a:p>
            <a:pPr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サブタイトル 1</a:t>
            </a:r>
          </a:p>
        </p:txBody>
      </p:sp>
      <p:sp>
        <p:nvSpPr>
          <p:cNvPr id="7" name="Body Upper"/>
          <p:cNvSpPr txBox="1"/>
          <p:nvPr/>
        </p:nvSpPr>
        <p:spPr>
          <a:xfrm>
            <a:off x="312420" y="1561479"/>
            <a:ext cx="11567160" cy="14742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Body Upper のサンプル 1</a:t>
            </a:r>
          </a:p>
        </p:txBody>
      </p:sp>
      <p:sp>
        <p:nvSpPr>
          <p:cNvPr id="8" name="Body Center"/>
          <p:cNvSpPr txBox="1"/>
          <p:nvPr/>
        </p:nvSpPr>
        <p:spPr>
          <a:xfrm>
            <a:off x="312420" y="3150863"/>
            <a:ext cx="11567160" cy="14742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Body Center のサンプル 1</a:t>
            </a:r>
          </a:p>
        </p:txBody>
      </p:sp>
      <p:sp>
        <p:nvSpPr>
          <p:cNvPr id="9" name="Body Lower"/>
          <p:cNvSpPr txBox="1"/>
          <p:nvPr/>
        </p:nvSpPr>
        <p:spPr>
          <a:xfrm>
            <a:off x="312420" y="4737149"/>
            <a:ext cx="11567160" cy="14742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Body Lower のサンプル 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0" i="0">
                <a:solidFill>
                  <a:srgbClr val="1A1A1A"/>
                </a:solidFill>
                <a:latin typeface="Meiryo UI"/>
              </a:defRPr>
            </a:pPr>
            <a:r>
              <a:t>3行カードB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5"/>
          </p:nvPr>
        </p:nvSpPr>
        <p:spPr/>
        <p:txBody>
          <a:bodyPr/>
          <a:lstStyle/>
          <a:p>
            <a:pPr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サブタイトル 2</a:t>
            </a:r>
          </a:p>
        </p:txBody>
      </p:sp>
      <p:sp>
        <p:nvSpPr>
          <p:cNvPr id="7" name="Body Upper"/>
          <p:cNvSpPr txBox="1"/>
          <p:nvPr/>
        </p:nvSpPr>
        <p:spPr>
          <a:xfrm>
            <a:off x="312420" y="1561479"/>
            <a:ext cx="11567160" cy="14742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Body Upper のサンプル 2</a:t>
            </a:r>
          </a:p>
        </p:txBody>
      </p:sp>
      <p:sp>
        <p:nvSpPr>
          <p:cNvPr id="8" name="Body Center"/>
          <p:cNvSpPr txBox="1"/>
          <p:nvPr/>
        </p:nvSpPr>
        <p:spPr>
          <a:xfrm>
            <a:off x="312420" y="3150863"/>
            <a:ext cx="11567160" cy="14742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Body Center のサンプル 2</a:t>
            </a:r>
          </a:p>
        </p:txBody>
      </p:sp>
      <p:sp>
        <p:nvSpPr>
          <p:cNvPr id="9" name="Body Lower"/>
          <p:cNvSpPr txBox="1"/>
          <p:nvPr/>
        </p:nvSpPr>
        <p:spPr>
          <a:xfrm>
            <a:off x="312420" y="4737149"/>
            <a:ext cx="11567160" cy="14742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Body Lower のサンプル 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0" i="0">
                <a:solidFill>
                  <a:srgbClr val="1A1A1A"/>
                </a:solidFill>
                <a:latin typeface="Meiryo UI"/>
              </a:defRPr>
            </a:pPr>
            <a:r>
              <a:t>4行カードA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5"/>
          </p:nvPr>
        </p:nvSpPr>
        <p:spPr/>
        <p:txBody>
          <a:bodyPr/>
          <a:lstStyle/>
          <a:p>
            <a:pPr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サブタイトル 1</a:t>
            </a:r>
          </a:p>
        </p:txBody>
      </p:sp>
      <p:sp>
        <p:nvSpPr>
          <p:cNvPr id="8" name="Body 1"/>
          <p:cNvSpPr txBox="1"/>
          <p:nvPr/>
        </p:nvSpPr>
        <p:spPr>
          <a:xfrm>
            <a:off x="312420" y="1561480"/>
            <a:ext cx="11567160" cy="10448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Body 1 のサンプル 1</a:t>
            </a:r>
          </a:p>
        </p:txBody>
      </p:sp>
      <p:sp>
        <p:nvSpPr>
          <p:cNvPr id="9" name="Body 2"/>
          <p:cNvSpPr txBox="1"/>
          <p:nvPr/>
        </p:nvSpPr>
        <p:spPr>
          <a:xfrm>
            <a:off x="312420" y="2756732"/>
            <a:ext cx="11567160" cy="10448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Body 2 のサンプル 1</a:t>
            </a:r>
          </a:p>
        </p:txBody>
      </p:sp>
      <p:sp>
        <p:nvSpPr>
          <p:cNvPr id="10" name="Body 3"/>
          <p:cNvSpPr txBox="1"/>
          <p:nvPr/>
        </p:nvSpPr>
        <p:spPr>
          <a:xfrm>
            <a:off x="312420" y="3951984"/>
            <a:ext cx="11567160" cy="10448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Body 3 のサンプル 1</a:t>
            </a:r>
          </a:p>
        </p:txBody>
      </p:sp>
      <p:sp>
        <p:nvSpPr>
          <p:cNvPr id="11" name="Body 4"/>
          <p:cNvSpPr txBox="1"/>
          <p:nvPr/>
        </p:nvSpPr>
        <p:spPr>
          <a:xfrm>
            <a:off x="312420" y="5147237"/>
            <a:ext cx="11567160" cy="10448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Body 4 のサンプル 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0" i="0">
                <a:solidFill>
                  <a:srgbClr val="1A1A1A"/>
                </a:solidFill>
                <a:latin typeface="Meiryo UI"/>
              </a:defRPr>
            </a:pPr>
            <a:r>
              <a:t>4行カードB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5"/>
          </p:nvPr>
        </p:nvSpPr>
        <p:spPr/>
        <p:txBody>
          <a:bodyPr/>
          <a:lstStyle/>
          <a:p>
            <a:pPr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サブタイトル 2</a:t>
            </a:r>
          </a:p>
        </p:txBody>
      </p:sp>
      <p:sp>
        <p:nvSpPr>
          <p:cNvPr id="8" name="Body 1"/>
          <p:cNvSpPr txBox="1"/>
          <p:nvPr/>
        </p:nvSpPr>
        <p:spPr>
          <a:xfrm>
            <a:off x="312420" y="1561480"/>
            <a:ext cx="11567160" cy="10448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Body 1 のサンプル 2</a:t>
            </a:r>
          </a:p>
        </p:txBody>
      </p:sp>
      <p:sp>
        <p:nvSpPr>
          <p:cNvPr id="9" name="Body 2"/>
          <p:cNvSpPr txBox="1"/>
          <p:nvPr/>
        </p:nvSpPr>
        <p:spPr>
          <a:xfrm>
            <a:off x="312420" y="2756732"/>
            <a:ext cx="11567160" cy="10448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Body 2 のサンプル 2</a:t>
            </a:r>
          </a:p>
        </p:txBody>
      </p:sp>
      <p:sp>
        <p:nvSpPr>
          <p:cNvPr id="10" name="Body 3"/>
          <p:cNvSpPr txBox="1"/>
          <p:nvPr/>
        </p:nvSpPr>
        <p:spPr>
          <a:xfrm>
            <a:off x="312420" y="3951984"/>
            <a:ext cx="11567160" cy="10448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Body 3 のサンプル 2</a:t>
            </a:r>
          </a:p>
        </p:txBody>
      </p:sp>
      <p:sp>
        <p:nvSpPr>
          <p:cNvPr id="11" name="Body 4"/>
          <p:cNvSpPr txBox="1"/>
          <p:nvPr/>
        </p:nvSpPr>
        <p:spPr>
          <a:xfrm>
            <a:off x="312420" y="5147237"/>
            <a:ext cx="11567160" cy="10448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Body 4 のサンプル 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0" i="0">
                <a:solidFill>
                  <a:srgbClr val="1A1A1A"/>
                </a:solidFill>
                <a:latin typeface="Meiryo UI"/>
              </a:defRPr>
            </a:pPr>
            <a:r>
              <a:t>要約スライドA</a:t>
            </a:r>
          </a:p>
        </p:txBody>
      </p:sp>
      <p:sp>
        <p:nvSpPr>
          <p:cNvPr id="6" name="Body Left"/>
          <p:cNvSpPr txBox="1"/>
          <p:nvPr/>
        </p:nvSpPr>
        <p:spPr>
          <a:xfrm>
            <a:off x="312420" y="1591294"/>
            <a:ext cx="5653374" cy="3103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Body Left のサンプル 1</a:t>
            </a:r>
          </a:p>
        </p:txBody>
      </p:sp>
      <p:sp>
        <p:nvSpPr>
          <p:cNvPr id="7" name="Body Right"/>
          <p:cNvSpPr txBox="1"/>
          <p:nvPr/>
        </p:nvSpPr>
        <p:spPr>
          <a:xfrm>
            <a:off x="6226206" y="1591293"/>
            <a:ext cx="5653374" cy="3103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Body Right のサンプル 1</a:t>
            </a:r>
          </a:p>
        </p:txBody>
      </p:sp>
      <p:sp>
        <p:nvSpPr>
          <p:cNvPr id="8" name="Notes"/>
          <p:cNvSpPr txBox="1"/>
          <p:nvPr/>
        </p:nvSpPr>
        <p:spPr>
          <a:xfrm>
            <a:off x="312420" y="4861347"/>
            <a:ext cx="11567160" cy="1328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Notes のサンプル 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0" i="0">
                <a:solidFill>
                  <a:srgbClr val="1A1A1A"/>
                </a:solidFill>
                <a:latin typeface="Meiryo UI"/>
              </a:defRPr>
            </a:pPr>
            <a:r>
              <a:t>要約スライドB</a:t>
            </a:r>
          </a:p>
        </p:txBody>
      </p:sp>
      <p:sp>
        <p:nvSpPr>
          <p:cNvPr id="6" name="Body Left"/>
          <p:cNvSpPr txBox="1"/>
          <p:nvPr/>
        </p:nvSpPr>
        <p:spPr>
          <a:xfrm>
            <a:off x="312420" y="1591294"/>
            <a:ext cx="5653374" cy="3103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Body Left のサンプル 2</a:t>
            </a:r>
          </a:p>
        </p:txBody>
      </p:sp>
      <p:sp>
        <p:nvSpPr>
          <p:cNvPr id="7" name="Body Right"/>
          <p:cNvSpPr txBox="1"/>
          <p:nvPr/>
        </p:nvSpPr>
        <p:spPr>
          <a:xfrm>
            <a:off x="6226206" y="1591293"/>
            <a:ext cx="5653374" cy="3103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Body Right のサンプル 2</a:t>
            </a:r>
          </a:p>
        </p:txBody>
      </p:sp>
      <p:sp>
        <p:nvSpPr>
          <p:cNvPr id="8" name="Notes"/>
          <p:cNvSpPr txBox="1"/>
          <p:nvPr/>
        </p:nvSpPr>
        <p:spPr>
          <a:xfrm>
            <a:off x="312420" y="4861347"/>
            <a:ext cx="11567160" cy="1328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Notes のサンプル 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Subtitle 2"/>
          <p:cNvSpPr>
            <a:spLocks noGrp="1"/>
          </p:cNvSpPr>
          <p:nvPr>
            <p:ph type="subTitle" idx="15"/>
          </p:nvPr>
        </p:nvSpPr>
        <p:spPr/>
        <p:txBody>
          <a:bodyPr/>
          <a:lstStyle/>
          <a:p>
            <a:pPr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サブタイトル 1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0" i="0">
                <a:solidFill>
                  <a:srgbClr val="1A1A1A"/>
                </a:solidFill>
                <a:latin typeface="Meiryo UI"/>
              </a:defRPr>
            </a:pPr>
            <a:r>
              <a:t>3カラム概要A</a:t>
            </a:r>
          </a:p>
        </p:txBody>
      </p:sp>
      <p:sp>
        <p:nvSpPr>
          <p:cNvPr id="7" name="Body Left"/>
          <p:cNvSpPr txBox="1"/>
          <p:nvPr/>
        </p:nvSpPr>
        <p:spPr>
          <a:xfrm>
            <a:off x="312420" y="1591292"/>
            <a:ext cx="3781700" cy="45856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左カラム指標</a:t>
            </a:r>
          </a:p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- レイアウト数 38</a:t>
            </a:r>
          </a:p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- 追加予定 12</a:t>
            </a:r>
          </a:p>
        </p:txBody>
      </p:sp>
      <p:sp>
        <p:nvSpPr>
          <p:cNvPr id="8" name="Body Center"/>
          <p:cNvSpPr txBox="1"/>
          <p:nvPr/>
        </p:nvSpPr>
        <p:spPr>
          <a:xfrm>
            <a:off x="4205150" y="1591292"/>
            <a:ext cx="3781700" cy="45856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中央カラム指標</a:t>
            </a:r>
          </a:p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- CLI テスト 48 件</a:t>
            </a:r>
          </a:p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- layout-validate warnings 0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097880" y="1591291"/>
          <a:ext cx="3781700" cy="458566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Subtitle 2"/>
          <p:cNvSpPr>
            <a:spLocks noGrp="1"/>
          </p:cNvSpPr>
          <p:nvPr>
            <p:ph type="subTitle" idx="15"/>
          </p:nvPr>
        </p:nvSpPr>
        <p:spPr/>
        <p:txBody>
          <a:bodyPr/>
          <a:lstStyle/>
          <a:p>
            <a:pPr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サブタイトル 2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0" i="0">
                <a:solidFill>
                  <a:srgbClr val="1A1A1A"/>
                </a:solidFill>
                <a:latin typeface="Meiryo UI"/>
              </a:defRPr>
            </a:pPr>
            <a:r>
              <a:t>3カラム概要B</a:t>
            </a:r>
          </a:p>
        </p:txBody>
      </p:sp>
      <p:sp>
        <p:nvSpPr>
          <p:cNvPr id="7" name="Body Left"/>
          <p:cNvSpPr txBox="1"/>
          <p:nvPr/>
        </p:nvSpPr>
        <p:spPr>
          <a:xfrm>
            <a:off x="312420" y="1591292"/>
            <a:ext cx="3781700" cy="45856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Body Left のサンプル 2</a:t>
            </a:r>
          </a:p>
        </p:txBody>
      </p:sp>
      <p:sp>
        <p:nvSpPr>
          <p:cNvPr id="8" name="Body Right"/>
          <p:cNvSpPr txBox="1"/>
          <p:nvPr/>
        </p:nvSpPr>
        <p:spPr>
          <a:xfrm>
            <a:off x="8097880" y="1591291"/>
            <a:ext cx="3781700" cy="45856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Body Right のサンプル 2</a:t>
            </a:r>
          </a:p>
        </p:txBody>
      </p:sp>
      <p:sp>
        <p:nvSpPr>
          <p:cNvPr id="9" name="Body Center"/>
          <p:cNvSpPr txBox="1"/>
          <p:nvPr/>
        </p:nvSpPr>
        <p:spPr>
          <a:xfrm>
            <a:off x="4205150" y="1591292"/>
            <a:ext cx="3781700" cy="45856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Body Center のサンプル 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5"/>
          </p:nvPr>
        </p:nvSpPr>
        <p:spPr/>
        <p:txBody>
          <a:bodyPr/>
          <a:lstStyle/>
          <a:p>
            <a:pPr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サブタイトル 1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0" i="0">
                <a:solidFill>
                  <a:srgbClr val="1A1A1A"/>
                </a:solidFill>
                <a:latin typeface="Meiryo UI"/>
              </a:defRPr>
            </a:pPr>
            <a:r>
              <a:t>4カラム概要A</a:t>
            </a:r>
          </a:p>
        </p:txBody>
      </p:sp>
      <p:sp>
        <p:nvSpPr>
          <p:cNvPr id="8" name="Body Upper Left"/>
          <p:cNvSpPr txBox="1"/>
          <p:nvPr/>
        </p:nvSpPr>
        <p:spPr>
          <a:xfrm>
            <a:off x="312420" y="1591294"/>
            <a:ext cx="5653374" cy="22215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Body Upper Left のサンプル 1</a:t>
            </a:r>
          </a:p>
        </p:txBody>
      </p:sp>
      <p:sp>
        <p:nvSpPr>
          <p:cNvPr id="9" name="Body Upper Right"/>
          <p:cNvSpPr txBox="1"/>
          <p:nvPr/>
        </p:nvSpPr>
        <p:spPr>
          <a:xfrm>
            <a:off x="6226206" y="1591293"/>
            <a:ext cx="5653374" cy="22215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Body Upper Right のサンプル 1</a:t>
            </a:r>
          </a:p>
        </p:txBody>
      </p:sp>
      <p:sp>
        <p:nvSpPr>
          <p:cNvPr id="10" name="Body Lower Left"/>
          <p:cNvSpPr txBox="1"/>
          <p:nvPr/>
        </p:nvSpPr>
        <p:spPr>
          <a:xfrm>
            <a:off x="312420" y="3973820"/>
            <a:ext cx="5653374" cy="22215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Body Lower Left のサンプル 1</a:t>
            </a:r>
          </a:p>
        </p:txBody>
      </p:sp>
      <p:sp>
        <p:nvSpPr>
          <p:cNvPr id="11" name="Body Lower Right"/>
          <p:cNvSpPr txBox="1"/>
          <p:nvPr/>
        </p:nvSpPr>
        <p:spPr>
          <a:xfrm>
            <a:off x="6226206" y="3973819"/>
            <a:ext cx="5653374" cy="22215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Body Lower Right のサンプル 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5"/>
          </p:nvPr>
        </p:nvSpPr>
        <p:spPr/>
        <p:txBody>
          <a:bodyPr/>
          <a:lstStyle/>
          <a:p>
            <a:pPr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サブタイトル 2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0" i="0">
                <a:solidFill>
                  <a:srgbClr val="1A1A1A"/>
                </a:solidFill>
                <a:latin typeface="Meiryo UI"/>
              </a:defRPr>
            </a:pPr>
            <a:r>
              <a:t>4カラム概要B</a:t>
            </a:r>
          </a:p>
        </p:txBody>
      </p:sp>
      <p:sp>
        <p:nvSpPr>
          <p:cNvPr id="8" name="Body Upper Left"/>
          <p:cNvSpPr txBox="1"/>
          <p:nvPr/>
        </p:nvSpPr>
        <p:spPr>
          <a:xfrm>
            <a:off x="312420" y="1591294"/>
            <a:ext cx="5653374" cy="22215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Body Upper Left のサンプル 2</a:t>
            </a:r>
          </a:p>
        </p:txBody>
      </p:sp>
      <p:sp>
        <p:nvSpPr>
          <p:cNvPr id="9" name="Body Upper Right"/>
          <p:cNvSpPr txBox="1"/>
          <p:nvPr/>
        </p:nvSpPr>
        <p:spPr>
          <a:xfrm>
            <a:off x="6226206" y="1591293"/>
            <a:ext cx="5653374" cy="22215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Body Upper Right のサンプル 2</a:t>
            </a:r>
          </a:p>
        </p:txBody>
      </p:sp>
      <p:sp>
        <p:nvSpPr>
          <p:cNvPr id="10" name="Body Lower Left"/>
          <p:cNvSpPr txBox="1"/>
          <p:nvPr/>
        </p:nvSpPr>
        <p:spPr>
          <a:xfrm>
            <a:off x="312420" y="3973820"/>
            <a:ext cx="5653374" cy="22215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Body Lower Left のサンプル 2</a:t>
            </a:r>
          </a:p>
        </p:txBody>
      </p:sp>
      <p:sp>
        <p:nvSpPr>
          <p:cNvPr id="11" name="Body Lower Right"/>
          <p:cNvSpPr txBox="1"/>
          <p:nvPr/>
        </p:nvSpPr>
        <p:spPr>
          <a:xfrm>
            <a:off x="6226206" y="3973819"/>
            <a:ext cx="5653374" cy="22215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Body Lower Right のサンプル 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Subtitle 2"/>
          <p:cNvSpPr>
            <a:spLocks noGrp="1"/>
          </p:cNvSpPr>
          <p:nvPr>
            <p:ph type="subTitle" idx="15"/>
          </p:nvPr>
        </p:nvSpPr>
        <p:spPr/>
        <p:txBody>
          <a:bodyPr/>
          <a:lstStyle/>
          <a:p>
            <a:pPr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サブタイトル 1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0" i="0">
                <a:solidFill>
                  <a:srgbClr val="1A1A1A"/>
                </a:solidFill>
                <a:latin typeface="Meiryo UI"/>
              </a:defRPr>
            </a:pPr>
            <a:r>
              <a:t>6カラム一覧A</a:t>
            </a:r>
          </a:p>
        </p:txBody>
      </p:sp>
      <p:sp>
        <p:nvSpPr>
          <p:cNvPr id="10" name="Body Upper Left"/>
          <p:cNvSpPr txBox="1"/>
          <p:nvPr/>
        </p:nvSpPr>
        <p:spPr>
          <a:xfrm>
            <a:off x="312420" y="1591293"/>
            <a:ext cx="3781700" cy="215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Body Upper Left のサンプル 1</a:t>
            </a:r>
          </a:p>
        </p:txBody>
      </p:sp>
      <p:sp>
        <p:nvSpPr>
          <p:cNvPr id="11" name="Body Upper Right"/>
          <p:cNvSpPr txBox="1"/>
          <p:nvPr/>
        </p:nvSpPr>
        <p:spPr>
          <a:xfrm>
            <a:off x="8097880" y="1591292"/>
            <a:ext cx="3781700" cy="215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Body Upper Right のサンプル 1</a:t>
            </a:r>
          </a:p>
        </p:txBody>
      </p:sp>
      <p:sp>
        <p:nvSpPr>
          <p:cNvPr id="12" name="Body Upper Center"/>
          <p:cNvSpPr txBox="1"/>
          <p:nvPr/>
        </p:nvSpPr>
        <p:spPr>
          <a:xfrm>
            <a:off x="4205150" y="1591293"/>
            <a:ext cx="3781700" cy="215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Body Upper Center のサンプル 1</a:t>
            </a:r>
          </a:p>
        </p:txBody>
      </p:sp>
      <p:sp>
        <p:nvSpPr>
          <p:cNvPr id="13" name="Body Lower Left"/>
          <p:cNvSpPr txBox="1"/>
          <p:nvPr/>
        </p:nvSpPr>
        <p:spPr>
          <a:xfrm>
            <a:off x="312420" y="3901560"/>
            <a:ext cx="3781700" cy="215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Body Lower Left のサンプル 1</a:t>
            </a:r>
          </a:p>
        </p:txBody>
      </p:sp>
      <p:sp>
        <p:nvSpPr>
          <p:cNvPr id="14" name="Body Lower Right"/>
          <p:cNvSpPr txBox="1"/>
          <p:nvPr/>
        </p:nvSpPr>
        <p:spPr>
          <a:xfrm>
            <a:off x="8097880" y="3901559"/>
            <a:ext cx="3781700" cy="215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Body Lower Right のサンプル 1</a:t>
            </a:r>
          </a:p>
        </p:txBody>
      </p:sp>
      <p:sp>
        <p:nvSpPr>
          <p:cNvPr id="15" name="Body Lower Center"/>
          <p:cNvSpPr txBox="1"/>
          <p:nvPr/>
        </p:nvSpPr>
        <p:spPr>
          <a:xfrm>
            <a:off x="4205150" y="3901560"/>
            <a:ext cx="3781700" cy="215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Body Lower Center のサンプル 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Subtitle 2"/>
          <p:cNvSpPr>
            <a:spLocks noGrp="1"/>
          </p:cNvSpPr>
          <p:nvPr>
            <p:ph type="subTitle" idx="15"/>
          </p:nvPr>
        </p:nvSpPr>
        <p:spPr/>
        <p:txBody>
          <a:bodyPr/>
          <a:lstStyle/>
          <a:p>
            <a:pPr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サブタイトル 2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0" i="0">
                <a:solidFill>
                  <a:srgbClr val="1A1A1A"/>
                </a:solidFill>
                <a:latin typeface="Meiryo UI"/>
              </a:defRPr>
            </a:pPr>
            <a:r>
              <a:t>6カラム一覧B</a:t>
            </a:r>
          </a:p>
        </p:txBody>
      </p:sp>
      <p:sp>
        <p:nvSpPr>
          <p:cNvPr id="10" name="Body Upper Left"/>
          <p:cNvSpPr txBox="1"/>
          <p:nvPr/>
        </p:nvSpPr>
        <p:spPr>
          <a:xfrm>
            <a:off x="312420" y="1591293"/>
            <a:ext cx="3781700" cy="215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Body Upper Left のサンプル 2</a:t>
            </a:r>
          </a:p>
        </p:txBody>
      </p:sp>
      <p:sp>
        <p:nvSpPr>
          <p:cNvPr id="11" name="Body Upper Right"/>
          <p:cNvSpPr txBox="1"/>
          <p:nvPr/>
        </p:nvSpPr>
        <p:spPr>
          <a:xfrm>
            <a:off x="8097880" y="1591292"/>
            <a:ext cx="3781700" cy="215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Body Upper Right のサンプル 2</a:t>
            </a:r>
          </a:p>
        </p:txBody>
      </p:sp>
      <p:sp>
        <p:nvSpPr>
          <p:cNvPr id="12" name="Body Upper Center"/>
          <p:cNvSpPr txBox="1"/>
          <p:nvPr/>
        </p:nvSpPr>
        <p:spPr>
          <a:xfrm>
            <a:off x="4205150" y="1591293"/>
            <a:ext cx="3781700" cy="215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Body Upper Center のサンプル 2</a:t>
            </a:r>
          </a:p>
        </p:txBody>
      </p:sp>
      <p:sp>
        <p:nvSpPr>
          <p:cNvPr id="13" name="Body Lower Left"/>
          <p:cNvSpPr txBox="1"/>
          <p:nvPr/>
        </p:nvSpPr>
        <p:spPr>
          <a:xfrm>
            <a:off x="312420" y="3901560"/>
            <a:ext cx="3781700" cy="215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Body Lower Left のサンプル 2</a:t>
            </a:r>
          </a:p>
        </p:txBody>
      </p:sp>
      <p:sp>
        <p:nvSpPr>
          <p:cNvPr id="14" name="Body Lower Right"/>
          <p:cNvSpPr txBox="1"/>
          <p:nvPr/>
        </p:nvSpPr>
        <p:spPr>
          <a:xfrm>
            <a:off x="8097880" y="3901559"/>
            <a:ext cx="3781700" cy="215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Body Lower Right のサンプル 2</a:t>
            </a:r>
          </a:p>
        </p:txBody>
      </p:sp>
      <p:sp>
        <p:nvSpPr>
          <p:cNvPr id="15" name="Body Lower Center"/>
          <p:cNvSpPr txBox="1"/>
          <p:nvPr/>
        </p:nvSpPr>
        <p:spPr>
          <a:xfrm>
            <a:off x="4205150" y="3901560"/>
            <a:ext cx="3781700" cy="215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Body Lower Center のサンプル 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5"/>
          </p:nvPr>
        </p:nvSpPr>
        <p:spPr/>
        <p:txBody>
          <a:bodyPr/>
          <a:lstStyle/>
          <a:p>
            <a:pPr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サブタイトル 1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0" i="0">
                <a:solidFill>
                  <a:srgbClr val="1A1A1A"/>
                </a:solidFill>
                <a:latin typeface="Meiryo UI"/>
              </a:defRPr>
            </a:pPr>
            <a:r>
              <a:t>9カラム一覧A</a:t>
            </a:r>
          </a:p>
        </p:txBody>
      </p:sp>
      <p:sp>
        <p:nvSpPr>
          <p:cNvPr id="13" name="Body Top Left"/>
          <p:cNvSpPr txBox="1"/>
          <p:nvPr/>
        </p:nvSpPr>
        <p:spPr>
          <a:xfrm>
            <a:off x="312420" y="1608672"/>
            <a:ext cx="3781700" cy="13989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Body Top Left のサンプル 1</a:t>
            </a:r>
          </a:p>
        </p:txBody>
      </p:sp>
      <p:sp>
        <p:nvSpPr>
          <p:cNvPr id="14" name="Body Top Right"/>
          <p:cNvSpPr txBox="1"/>
          <p:nvPr/>
        </p:nvSpPr>
        <p:spPr>
          <a:xfrm>
            <a:off x="8097880" y="1608672"/>
            <a:ext cx="3781700" cy="13989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Body Top Right のサンプル 1</a:t>
            </a:r>
          </a:p>
        </p:txBody>
      </p:sp>
      <p:sp>
        <p:nvSpPr>
          <p:cNvPr id="15" name="Body Top Center"/>
          <p:cNvSpPr txBox="1"/>
          <p:nvPr/>
        </p:nvSpPr>
        <p:spPr>
          <a:xfrm>
            <a:off x="4205150" y="1608672"/>
            <a:ext cx="3781700" cy="13989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Body Top Center のサンプル 1</a:t>
            </a:r>
          </a:p>
        </p:txBody>
      </p:sp>
      <p:sp>
        <p:nvSpPr>
          <p:cNvPr id="16" name="Body Middle Left"/>
          <p:cNvSpPr txBox="1"/>
          <p:nvPr/>
        </p:nvSpPr>
        <p:spPr>
          <a:xfrm>
            <a:off x="312420" y="3191231"/>
            <a:ext cx="3781700" cy="13989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Body Middle Left のサンプル 1</a:t>
            </a:r>
          </a:p>
        </p:txBody>
      </p:sp>
      <p:sp>
        <p:nvSpPr>
          <p:cNvPr id="17" name="Body Middle Right"/>
          <p:cNvSpPr txBox="1"/>
          <p:nvPr/>
        </p:nvSpPr>
        <p:spPr>
          <a:xfrm>
            <a:off x="8097880" y="3191231"/>
            <a:ext cx="3781700" cy="13989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Body Middle Right のサンプル 1</a:t>
            </a:r>
          </a:p>
        </p:txBody>
      </p:sp>
      <p:sp>
        <p:nvSpPr>
          <p:cNvPr id="18" name="Body Center"/>
          <p:cNvSpPr txBox="1"/>
          <p:nvPr/>
        </p:nvSpPr>
        <p:spPr>
          <a:xfrm>
            <a:off x="4205150" y="3191231"/>
            <a:ext cx="3781700" cy="13989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Body Center のサンプル 1</a:t>
            </a:r>
          </a:p>
        </p:txBody>
      </p:sp>
      <p:sp>
        <p:nvSpPr>
          <p:cNvPr id="19" name="Body Bottom Left"/>
          <p:cNvSpPr txBox="1"/>
          <p:nvPr/>
        </p:nvSpPr>
        <p:spPr>
          <a:xfrm>
            <a:off x="312420" y="4773791"/>
            <a:ext cx="3781700" cy="13989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Body Bottom Left のサンプル 1</a:t>
            </a:r>
          </a:p>
        </p:txBody>
      </p:sp>
      <p:sp>
        <p:nvSpPr>
          <p:cNvPr id="20" name="Body Bottom Right"/>
          <p:cNvSpPr txBox="1"/>
          <p:nvPr/>
        </p:nvSpPr>
        <p:spPr>
          <a:xfrm>
            <a:off x="8097880" y="4773791"/>
            <a:ext cx="3781700" cy="13989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Body Bottom Right のサンプル 1</a:t>
            </a:r>
          </a:p>
        </p:txBody>
      </p:sp>
      <p:sp>
        <p:nvSpPr>
          <p:cNvPr id="21" name="Body Bottom Center"/>
          <p:cNvSpPr txBox="1"/>
          <p:nvPr/>
        </p:nvSpPr>
        <p:spPr>
          <a:xfrm>
            <a:off x="4205150" y="4773791"/>
            <a:ext cx="3781700" cy="13989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Body Bottom Center のサンプル 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5"/>
          </p:nvPr>
        </p:nvSpPr>
        <p:spPr/>
        <p:txBody>
          <a:bodyPr/>
          <a:lstStyle/>
          <a:p>
            <a:pPr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サブタイトル 2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0" i="0">
                <a:solidFill>
                  <a:srgbClr val="1A1A1A"/>
                </a:solidFill>
                <a:latin typeface="Meiryo UI"/>
              </a:defRPr>
            </a:pPr>
            <a:r>
              <a:t>9カラム一覧B</a:t>
            </a:r>
          </a:p>
        </p:txBody>
      </p:sp>
      <p:sp>
        <p:nvSpPr>
          <p:cNvPr id="13" name="Body Top Left"/>
          <p:cNvSpPr txBox="1"/>
          <p:nvPr/>
        </p:nvSpPr>
        <p:spPr>
          <a:xfrm>
            <a:off x="312420" y="1608672"/>
            <a:ext cx="3781700" cy="13989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Body Top Left のサンプル 2</a:t>
            </a:r>
          </a:p>
        </p:txBody>
      </p:sp>
      <p:sp>
        <p:nvSpPr>
          <p:cNvPr id="14" name="Body Top Right"/>
          <p:cNvSpPr txBox="1"/>
          <p:nvPr/>
        </p:nvSpPr>
        <p:spPr>
          <a:xfrm>
            <a:off x="8097880" y="1608672"/>
            <a:ext cx="3781700" cy="13989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Body Top Right のサンプル 2</a:t>
            </a:r>
          </a:p>
        </p:txBody>
      </p:sp>
      <p:sp>
        <p:nvSpPr>
          <p:cNvPr id="15" name="Body Top Center"/>
          <p:cNvSpPr txBox="1"/>
          <p:nvPr/>
        </p:nvSpPr>
        <p:spPr>
          <a:xfrm>
            <a:off x="4205150" y="1608672"/>
            <a:ext cx="3781700" cy="13989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Body Top Center のサンプル 2</a:t>
            </a:r>
          </a:p>
        </p:txBody>
      </p:sp>
      <p:sp>
        <p:nvSpPr>
          <p:cNvPr id="16" name="Body Middle Left"/>
          <p:cNvSpPr txBox="1"/>
          <p:nvPr/>
        </p:nvSpPr>
        <p:spPr>
          <a:xfrm>
            <a:off x="312420" y="3191231"/>
            <a:ext cx="3781700" cy="13989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Body Middle Left のサンプル 2</a:t>
            </a:r>
          </a:p>
        </p:txBody>
      </p:sp>
      <p:sp>
        <p:nvSpPr>
          <p:cNvPr id="17" name="Body Middle Right"/>
          <p:cNvSpPr txBox="1"/>
          <p:nvPr/>
        </p:nvSpPr>
        <p:spPr>
          <a:xfrm>
            <a:off x="8097880" y="3191231"/>
            <a:ext cx="3781700" cy="13989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Body Middle Right のサンプル 2</a:t>
            </a:r>
          </a:p>
        </p:txBody>
      </p:sp>
      <p:sp>
        <p:nvSpPr>
          <p:cNvPr id="18" name="Body Center"/>
          <p:cNvSpPr txBox="1"/>
          <p:nvPr/>
        </p:nvSpPr>
        <p:spPr>
          <a:xfrm>
            <a:off x="4205150" y="3191231"/>
            <a:ext cx="3781700" cy="13989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Body Center のサンプル 2</a:t>
            </a:r>
          </a:p>
        </p:txBody>
      </p:sp>
      <p:sp>
        <p:nvSpPr>
          <p:cNvPr id="19" name="Body Bottom Left"/>
          <p:cNvSpPr txBox="1"/>
          <p:nvPr/>
        </p:nvSpPr>
        <p:spPr>
          <a:xfrm>
            <a:off x="312420" y="4773791"/>
            <a:ext cx="3781700" cy="13989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Body Bottom Left のサンプル 2</a:t>
            </a:r>
          </a:p>
        </p:txBody>
      </p:sp>
      <p:sp>
        <p:nvSpPr>
          <p:cNvPr id="20" name="Body Bottom Right"/>
          <p:cNvSpPr txBox="1"/>
          <p:nvPr/>
        </p:nvSpPr>
        <p:spPr>
          <a:xfrm>
            <a:off x="8097880" y="4773791"/>
            <a:ext cx="3781700" cy="13989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Body Bottom Right のサンプル 2</a:t>
            </a:r>
          </a:p>
        </p:txBody>
      </p:sp>
      <p:sp>
        <p:nvSpPr>
          <p:cNvPr id="21" name="Body Bottom Center"/>
          <p:cNvSpPr txBox="1"/>
          <p:nvPr/>
        </p:nvSpPr>
        <p:spPr>
          <a:xfrm>
            <a:off x="4205150" y="4773791"/>
            <a:ext cx="3781700" cy="13989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Body Bottom Center のサンプル 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5"/>
          </p:nvPr>
        </p:nvSpPr>
        <p:spPr/>
        <p:txBody>
          <a:bodyPr/>
          <a:lstStyle/>
          <a:p>
            <a:pPr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サブタイトル 1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0" i="0">
                <a:solidFill>
                  <a:srgbClr val="1A1A1A"/>
                </a:solidFill>
                <a:latin typeface="Meiryo UI"/>
              </a:defRPr>
            </a:pPr>
            <a:r>
              <a:t>3リスト整理A</a:t>
            </a:r>
          </a:p>
        </p:txBody>
      </p:sp>
      <p:sp>
        <p:nvSpPr>
          <p:cNvPr id="10" name="Key 1"/>
          <p:cNvSpPr txBox="1"/>
          <p:nvPr/>
        </p:nvSpPr>
        <p:spPr>
          <a:xfrm>
            <a:off x="312420" y="1608672"/>
            <a:ext cx="3027128" cy="13989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要素 1</a:t>
            </a:r>
          </a:p>
        </p:txBody>
      </p:sp>
      <p:sp>
        <p:nvSpPr>
          <p:cNvPr id="11" name="Value 1"/>
          <p:cNvSpPr txBox="1"/>
          <p:nvPr/>
        </p:nvSpPr>
        <p:spPr>
          <a:xfrm>
            <a:off x="3498574" y="1608672"/>
            <a:ext cx="8381006" cy="13989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内容 1 (1)</a:t>
            </a:r>
          </a:p>
        </p:txBody>
      </p:sp>
      <p:sp>
        <p:nvSpPr>
          <p:cNvPr id="12" name="Key 2"/>
          <p:cNvSpPr txBox="1"/>
          <p:nvPr/>
        </p:nvSpPr>
        <p:spPr>
          <a:xfrm>
            <a:off x="312420" y="3191231"/>
            <a:ext cx="3027128" cy="13989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要素 2</a:t>
            </a:r>
          </a:p>
        </p:txBody>
      </p:sp>
      <p:sp>
        <p:nvSpPr>
          <p:cNvPr id="13" name="Value 2"/>
          <p:cNvSpPr txBox="1"/>
          <p:nvPr/>
        </p:nvSpPr>
        <p:spPr>
          <a:xfrm>
            <a:off x="3498574" y="3191231"/>
            <a:ext cx="8381006" cy="13989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内容 2 (1)</a:t>
            </a:r>
          </a:p>
        </p:txBody>
      </p:sp>
      <p:sp>
        <p:nvSpPr>
          <p:cNvPr id="14" name="Key 3"/>
          <p:cNvSpPr txBox="1"/>
          <p:nvPr/>
        </p:nvSpPr>
        <p:spPr>
          <a:xfrm>
            <a:off x="312420" y="4773791"/>
            <a:ext cx="3027128" cy="13989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要素 3</a:t>
            </a:r>
          </a:p>
        </p:txBody>
      </p:sp>
      <p:sp>
        <p:nvSpPr>
          <p:cNvPr id="15" name="Value 3"/>
          <p:cNvSpPr txBox="1"/>
          <p:nvPr/>
        </p:nvSpPr>
        <p:spPr>
          <a:xfrm>
            <a:off x="3498574" y="4773791"/>
            <a:ext cx="8381006" cy="13989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内容 3 (1)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5"/>
          </p:nvPr>
        </p:nvSpPr>
        <p:spPr/>
        <p:txBody>
          <a:bodyPr/>
          <a:lstStyle/>
          <a:p>
            <a:pPr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サブタイトル 2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0" i="0">
                <a:solidFill>
                  <a:srgbClr val="1A1A1A"/>
                </a:solidFill>
                <a:latin typeface="Meiryo UI"/>
              </a:defRPr>
            </a:pPr>
            <a:r>
              <a:t>3リスト整理B</a:t>
            </a:r>
          </a:p>
        </p:txBody>
      </p:sp>
      <p:sp>
        <p:nvSpPr>
          <p:cNvPr id="10" name="Key 1"/>
          <p:cNvSpPr txBox="1"/>
          <p:nvPr/>
        </p:nvSpPr>
        <p:spPr>
          <a:xfrm>
            <a:off x="312420" y="1608672"/>
            <a:ext cx="3027128" cy="13989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要素 1</a:t>
            </a:r>
          </a:p>
        </p:txBody>
      </p:sp>
      <p:sp>
        <p:nvSpPr>
          <p:cNvPr id="11" name="Value 1"/>
          <p:cNvSpPr txBox="1"/>
          <p:nvPr/>
        </p:nvSpPr>
        <p:spPr>
          <a:xfrm>
            <a:off x="3498574" y="1608672"/>
            <a:ext cx="8381006" cy="13989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内容 1 (2)</a:t>
            </a:r>
          </a:p>
        </p:txBody>
      </p:sp>
      <p:sp>
        <p:nvSpPr>
          <p:cNvPr id="12" name="Key 2"/>
          <p:cNvSpPr txBox="1"/>
          <p:nvPr/>
        </p:nvSpPr>
        <p:spPr>
          <a:xfrm>
            <a:off x="312420" y="3191231"/>
            <a:ext cx="3027128" cy="13989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要素 2</a:t>
            </a:r>
          </a:p>
        </p:txBody>
      </p:sp>
      <p:sp>
        <p:nvSpPr>
          <p:cNvPr id="13" name="Value 2"/>
          <p:cNvSpPr txBox="1"/>
          <p:nvPr/>
        </p:nvSpPr>
        <p:spPr>
          <a:xfrm>
            <a:off x="3498574" y="3191231"/>
            <a:ext cx="8381006" cy="13989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内容 2 (2)</a:t>
            </a:r>
          </a:p>
        </p:txBody>
      </p:sp>
      <p:sp>
        <p:nvSpPr>
          <p:cNvPr id="14" name="Key 3"/>
          <p:cNvSpPr txBox="1"/>
          <p:nvPr/>
        </p:nvSpPr>
        <p:spPr>
          <a:xfrm>
            <a:off x="312420" y="4773791"/>
            <a:ext cx="3027128" cy="13989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要素 3</a:t>
            </a:r>
          </a:p>
        </p:txBody>
      </p:sp>
      <p:sp>
        <p:nvSpPr>
          <p:cNvPr id="15" name="Value 3"/>
          <p:cNvSpPr txBox="1"/>
          <p:nvPr/>
        </p:nvSpPr>
        <p:spPr>
          <a:xfrm>
            <a:off x="3498574" y="4773791"/>
            <a:ext cx="8381006" cy="13989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内容 3 (2)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5"/>
          </p:nvPr>
        </p:nvSpPr>
        <p:spPr/>
        <p:txBody>
          <a:bodyPr/>
          <a:lstStyle/>
          <a:p>
            <a:pPr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サブタイトル 1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0" i="0">
                <a:solidFill>
                  <a:srgbClr val="1A1A1A"/>
                </a:solidFill>
                <a:latin typeface="Meiryo UI"/>
              </a:defRPr>
            </a:pPr>
            <a:r>
              <a:t>4リスト整理A</a:t>
            </a:r>
          </a:p>
        </p:txBody>
      </p:sp>
      <p:sp>
        <p:nvSpPr>
          <p:cNvPr id="12" name="Key 1"/>
          <p:cNvSpPr txBox="1"/>
          <p:nvPr/>
        </p:nvSpPr>
        <p:spPr>
          <a:xfrm>
            <a:off x="312420" y="1688184"/>
            <a:ext cx="3027128" cy="961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要素 1</a:t>
            </a:r>
          </a:p>
        </p:txBody>
      </p:sp>
      <p:sp>
        <p:nvSpPr>
          <p:cNvPr id="13" name="Value 1"/>
          <p:cNvSpPr txBox="1"/>
          <p:nvPr/>
        </p:nvSpPr>
        <p:spPr>
          <a:xfrm>
            <a:off x="3498574" y="1688184"/>
            <a:ext cx="8381006" cy="961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内容 1 (1)</a:t>
            </a:r>
          </a:p>
        </p:txBody>
      </p:sp>
      <p:sp>
        <p:nvSpPr>
          <p:cNvPr id="14" name="Key 2"/>
          <p:cNvSpPr txBox="1"/>
          <p:nvPr/>
        </p:nvSpPr>
        <p:spPr>
          <a:xfrm>
            <a:off x="312420" y="2845415"/>
            <a:ext cx="3027128" cy="961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要素 2</a:t>
            </a:r>
          </a:p>
        </p:txBody>
      </p:sp>
      <p:sp>
        <p:nvSpPr>
          <p:cNvPr id="15" name="Value 2"/>
          <p:cNvSpPr txBox="1"/>
          <p:nvPr/>
        </p:nvSpPr>
        <p:spPr>
          <a:xfrm>
            <a:off x="3498574" y="2845415"/>
            <a:ext cx="8381006" cy="961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内容 2 (1)</a:t>
            </a:r>
          </a:p>
        </p:txBody>
      </p:sp>
      <p:sp>
        <p:nvSpPr>
          <p:cNvPr id="16" name="Key 3"/>
          <p:cNvSpPr txBox="1"/>
          <p:nvPr/>
        </p:nvSpPr>
        <p:spPr>
          <a:xfrm>
            <a:off x="312420" y="4002646"/>
            <a:ext cx="3027128" cy="961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要素 3</a:t>
            </a:r>
          </a:p>
        </p:txBody>
      </p:sp>
      <p:sp>
        <p:nvSpPr>
          <p:cNvPr id="17" name="Value 3"/>
          <p:cNvSpPr txBox="1"/>
          <p:nvPr/>
        </p:nvSpPr>
        <p:spPr>
          <a:xfrm>
            <a:off x="3498574" y="4002646"/>
            <a:ext cx="8381006" cy="961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内容 3 (1)</a:t>
            </a:r>
          </a:p>
        </p:txBody>
      </p:sp>
      <p:sp>
        <p:nvSpPr>
          <p:cNvPr id="18" name="Key 4"/>
          <p:cNvSpPr txBox="1"/>
          <p:nvPr/>
        </p:nvSpPr>
        <p:spPr>
          <a:xfrm>
            <a:off x="312420" y="5159877"/>
            <a:ext cx="3027128" cy="961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要素 4</a:t>
            </a:r>
          </a:p>
        </p:txBody>
      </p:sp>
      <p:sp>
        <p:nvSpPr>
          <p:cNvPr id="19" name="Value 4"/>
          <p:cNvSpPr txBox="1"/>
          <p:nvPr/>
        </p:nvSpPr>
        <p:spPr>
          <a:xfrm>
            <a:off x="3498574" y="5159877"/>
            <a:ext cx="8381006" cy="961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内容 4 (1)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5"/>
          </p:nvPr>
        </p:nvSpPr>
        <p:spPr/>
        <p:txBody>
          <a:bodyPr/>
          <a:lstStyle/>
          <a:p>
            <a:pPr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サブタイトル 2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0" i="0">
                <a:solidFill>
                  <a:srgbClr val="1A1A1A"/>
                </a:solidFill>
                <a:latin typeface="Meiryo UI"/>
              </a:defRPr>
            </a:pPr>
            <a:r>
              <a:t>4リスト整理B</a:t>
            </a:r>
          </a:p>
        </p:txBody>
      </p:sp>
      <p:sp>
        <p:nvSpPr>
          <p:cNvPr id="12" name="Key 1"/>
          <p:cNvSpPr txBox="1"/>
          <p:nvPr/>
        </p:nvSpPr>
        <p:spPr>
          <a:xfrm>
            <a:off x="312420" y="1688184"/>
            <a:ext cx="3027128" cy="961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要素 1</a:t>
            </a:r>
          </a:p>
        </p:txBody>
      </p:sp>
      <p:sp>
        <p:nvSpPr>
          <p:cNvPr id="13" name="Value 1"/>
          <p:cNvSpPr txBox="1"/>
          <p:nvPr/>
        </p:nvSpPr>
        <p:spPr>
          <a:xfrm>
            <a:off x="3498574" y="1688184"/>
            <a:ext cx="8381006" cy="961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内容 1 (2)</a:t>
            </a:r>
          </a:p>
        </p:txBody>
      </p:sp>
      <p:sp>
        <p:nvSpPr>
          <p:cNvPr id="14" name="Key 2"/>
          <p:cNvSpPr txBox="1"/>
          <p:nvPr/>
        </p:nvSpPr>
        <p:spPr>
          <a:xfrm>
            <a:off x="312420" y="2845415"/>
            <a:ext cx="3027128" cy="961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要素 2</a:t>
            </a:r>
          </a:p>
        </p:txBody>
      </p:sp>
      <p:sp>
        <p:nvSpPr>
          <p:cNvPr id="15" name="Value 2"/>
          <p:cNvSpPr txBox="1"/>
          <p:nvPr/>
        </p:nvSpPr>
        <p:spPr>
          <a:xfrm>
            <a:off x="3498574" y="2845415"/>
            <a:ext cx="8381006" cy="961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内容 2 (2)</a:t>
            </a:r>
          </a:p>
        </p:txBody>
      </p:sp>
      <p:sp>
        <p:nvSpPr>
          <p:cNvPr id="16" name="Key 3"/>
          <p:cNvSpPr txBox="1"/>
          <p:nvPr/>
        </p:nvSpPr>
        <p:spPr>
          <a:xfrm>
            <a:off x="312420" y="4002646"/>
            <a:ext cx="3027128" cy="961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要素 3</a:t>
            </a:r>
          </a:p>
        </p:txBody>
      </p:sp>
      <p:sp>
        <p:nvSpPr>
          <p:cNvPr id="17" name="Value 3"/>
          <p:cNvSpPr txBox="1"/>
          <p:nvPr/>
        </p:nvSpPr>
        <p:spPr>
          <a:xfrm>
            <a:off x="3498574" y="4002646"/>
            <a:ext cx="8381006" cy="961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内容 3 (2)</a:t>
            </a:r>
          </a:p>
        </p:txBody>
      </p:sp>
      <p:sp>
        <p:nvSpPr>
          <p:cNvPr id="18" name="Key 4"/>
          <p:cNvSpPr txBox="1"/>
          <p:nvPr/>
        </p:nvSpPr>
        <p:spPr>
          <a:xfrm>
            <a:off x="312420" y="5159877"/>
            <a:ext cx="3027128" cy="961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要素 4</a:t>
            </a:r>
          </a:p>
        </p:txBody>
      </p:sp>
      <p:sp>
        <p:nvSpPr>
          <p:cNvPr id="19" name="Value 4"/>
          <p:cNvSpPr txBox="1"/>
          <p:nvPr/>
        </p:nvSpPr>
        <p:spPr>
          <a:xfrm>
            <a:off x="3498574" y="5159877"/>
            <a:ext cx="8381006" cy="961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内容 4 (2)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5"/>
          </p:nvPr>
        </p:nvSpPr>
        <p:spPr/>
        <p:txBody>
          <a:bodyPr/>
          <a:lstStyle/>
          <a:p>
            <a:pPr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サブタイトル 1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0" i="0">
                <a:solidFill>
                  <a:srgbClr val="1A1A1A"/>
                </a:solidFill>
                <a:latin typeface="Meiryo UI"/>
              </a:defRPr>
            </a:pPr>
            <a:r>
              <a:t>5リスト整理A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idx="27"/>
          </p:nvPr>
        </p:nvSpPr>
        <p:spPr/>
        <p:txBody>
          <a:bodyPr/>
          <a:lstStyle/>
          <a:p/>
        </p:txBody>
      </p:sp>
      <p:sp>
        <p:nvSpPr>
          <p:cNvPr id="13" name="Content Placeholder 12"/>
          <p:cNvSpPr>
            <a:spLocks noGrp="1"/>
          </p:cNvSpPr>
          <p:nvPr>
            <p:ph idx="28"/>
          </p:nvPr>
        </p:nvSpPr>
        <p:spPr/>
        <p:txBody>
          <a:bodyPr/>
          <a:lstStyle/>
          <a:p/>
        </p:txBody>
      </p:sp>
      <p:sp>
        <p:nvSpPr>
          <p:cNvPr id="14" name="Key 1"/>
          <p:cNvSpPr txBox="1"/>
          <p:nvPr/>
        </p:nvSpPr>
        <p:spPr>
          <a:xfrm>
            <a:off x="312420" y="1688184"/>
            <a:ext cx="3027128" cy="738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要素 1</a:t>
            </a:r>
          </a:p>
        </p:txBody>
      </p:sp>
      <p:sp>
        <p:nvSpPr>
          <p:cNvPr id="15" name="Value 1"/>
          <p:cNvSpPr txBox="1"/>
          <p:nvPr/>
        </p:nvSpPr>
        <p:spPr>
          <a:xfrm>
            <a:off x="3498574" y="1688184"/>
            <a:ext cx="8381006" cy="738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内容 1 (1)</a:t>
            </a:r>
          </a:p>
        </p:txBody>
      </p:sp>
      <p:sp>
        <p:nvSpPr>
          <p:cNvPr id="16" name="Key 2"/>
          <p:cNvSpPr txBox="1"/>
          <p:nvPr/>
        </p:nvSpPr>
        <p:spPr>
          <a:xfrm>
            <a:off x="312420" y="2611799"/>
            <a:ext cx="3027128" cy="738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要素 2</a:t>
            </a:r>
          </a:p>
        </p:txBody>
      </p:sp>
      <p:sp>
        <p:nvSpPr>
          <p:cNvPr id="17" name="Value 2"/>
          <p:cNvSpPr txBox="1"/>
          <p:nvPr/>
        </p:nvSpPr>
        <p:spPr>
          <a:xfrm>
            <a:off x="3498574" y="2611799"/>
            <a:ext cx="8381006" cy="738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内容 2 (1)</a:t>
            </a:r>
          </a:p>
        </p:txBody>
      </p:sp>
      <p:sp>
        <p:nvSpPr>
          <p:cNvPr id="18" name="Key 3"/>
          <p:cNvSpPr txBox="1"/>
          <p:nvPr/>
        </p:nvSpPr>
        <p:spPr>
          <a:xfrm>
            <a:off x="312420" y="3535414"/>
            <a:ext cx="3027128" cy="738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要素 3</a:t>
            </a:r>
          </a:p>
        </p:txBody>
      </p:sp>
      <p:sp>
        <p:nvSpPr>
          <p:cNvPr id="19" name="Value 3"/>
          <p:cNvSpPr txBox="1"/>
          <p:nvPr/>
        </p:nvSpPr>
        <p:spPr>
          <a:xfrm>
            <a:off x="3498574" y="3535414"/>
            <a:ext cx="8381006" cy="738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内容 3 (1)</a:t>
            </a:r>
          </a:p>
        </p:txBody>
      </p:sp>
      <p:sp>
        <p:nvSpPr>
          <p:cNvPr id="20" name="Key 5"/>
          <p:cNvSpPr txBox="1"/>
          <p:nvPr/>
        </p:nvSpPr>
        <p:spPr>
          <a:xfrm>
            <a:off x="312420" y="5382644"/>
            <a:ext cx="3027128" cy="74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要素 5</a:t>
            </a:r>
          </a:p>
        </p:txBody>
      </p:sp>
      <p:sp>
        <p:nvSpPr>
          <p:cNvPr id="21" name="Value 5"/>
          <p:cNvSpPr txBox="1"/>
          <p:nvPr/>
        </p:nvSpPr>
        <p:spPr>
          <a:xfrm>
            <a:off x="3498574" y="5382644"/>
            <a:ext cx="8381006" cy="74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内容 5 (1)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5"/>
          </p:nvPr>
        </p:nvSpPr>
        <p:spPr/>
        <p:txBody>
          <a:bodyPr/>
          <a:lstStyle/>
          <a:p>
            <a:pPr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サブタイトル 2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0" i="0">
                <a:solidFill>
                  <a:srgbClr val="1A1A1A"/>
                </a:solidFill>
                <a:latin typeface="Meiryo UI"/>
              </a:defRPr>
            </a:pPr>
            <a:r>
              <a:t>5リスト整理B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idx="27"/>
          </p:nvPr>
        </p:nvSpPr>
        <p:spPr/>
        <p:txBody>
          <a:bodyPr/>
          <a:lstStyle/>
          <a:p/>
        </p:txBody>
      </p:sp>
      <p:sp>
        <p:nvSpPr>
          <p:cNvPr id="13" name="Content Placeholder 12"/>
          <p:cNvSpPr>
            <a:spLocks noGrp="1"/>
          </p:cNvSpPr>
          <p:nvPr>
            <p:ph idx="28"/>
          </p:nvPr>
        </p:nvSpPr>
        <p:spPr/>
        <p:txBody>
          <a:bodyPr/>
          <a:lstStyle/>
          <a:p/>
        </p:txBody>
      </p:sp>
      <p:sp>
        <p:nvSpPr>
          <p:cNvPr id="14" name="Key 1"/>
          <p:cNvSpPr txBox="1"/>
          <p:nvPr/>
        </p:nvSpPr>
        <p:spPr>
          <a:xfrm>
            <a:off x="312420" y="1688184"/>
            <a:ext cx="3027128" cy="738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要素 1</a:t>
            </a:r>
          </a:p>
        </p:txBody>
      </p:sp>
      <p:sp>
        <p:nvSpPr>
          <p:cNvPr id="15" name="Value 1"/>
          <p:cNvSpPr txBox="1"/>
          <p:nvPr/>
        </p:nvSpPr>
        <p:spPr>
          <a:xfrm>
            <a:off x="3498574" y="1688184"/>
            <a:ext cx="8381006" cy="738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内容 1 (2)</a:t>
            </a:r>
          </a:p>
        </p:txBody>
      </p:sp>
      <p:sp>
        <p:nvSpPr>
          <p:cNvPr id="16" name="Key 2"/>
          <p:cNvSpPr txBox="1"/>
          <p:nvPr/>
        </p:nvSpPr>
        <p:spPr>
          <a:xfrm>
            <a:off x="312420" y="2611799"/>
            <a:ext cx="3027128" cy="738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要素 2</a:t>
            </a:r>
          </a:p>
        </p:txBody>
      </p:sp>
      <p:sp>
        <p:nvSpPr>
          <p:cNvPr id="17" name="Value 2"/>
          <p:cNvSpPr txBox="1"/>
          <p:nvPr/>
        </p:nvSpPr>
        <p:spPr>
          <a:xfrm>
            <a:off x="3498574" y="2611799"/>
            <a:ext cx="8381006" cy="738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内容 2 (2)</a:t>
            </a:r>
          </a:p>
        </p:txBody>
      </p:sp>
      <p:sp>
        <p:nvSpPr>
          <p:cNvPr id="18" name="Key 3"/>
          <p:cNvSpPr txBox="1"/>
          <p:nvPr/>
        </p:nvSpPr>
        <p:spPr>
          <a:xfrm>
            <a:off x="312420" y="3535414"/>
            <a:ext cx="3027128" cy="738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要素 3</a:t>
            </a:r>
          </a:p>
        </p:txBody>
      </p:sp>
      <p:sp>
        <p:nvSpPr>
          <p:cNvPr id="19" name="Value 3"/>
          <p:cNvSpPr txBox="1"/>
          <p:nvPr/>
        </p:nvSpPr>
        <p:spPr>
          <a:xfrm>
            <a:off x="3498574" y="3535414"/>
            <a:ext cx="8381006" cy="738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内容 3 (2)</a:t>
            </a:r>
          </a:p>
        </p:txBody>
      </p:sp>
      <p:sp>
        <p:nvSpPr>
          <p:cNvPr id="20" name="Key 5"/>
          <p:cNvSpPr txBox="1"/>
          <p:nvPr/>
        </p:nvSpPr>
        <p:spPr>
          <a:xfrm>
            <a:off x="312420" y="5382644"/>
            <a:ext cx="3027128" cy="74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要素 5</a:t>
            </a:r>
          </a:p>
        </p:txBody>
      </p:sp>
      <p:sp>
        <p:nvSpPr>
          <p:cNvPr id="21" name="Value 5"/>
          <p:cNvSpPr txBox="1"/>
          <p:nvPr/>
        </p:nvSpPr>
        <p:spPr>
          <a:xfrm>
            <a:off x="3498574" y="5382644"/>
            <a:ext cx="8381006" cy="74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内容 5 (2)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Subtitle 3"/>
          <p:cNvSpPr>
            <a:spLocks noGrp="1"/>
          </p:cNvSpPr>
          <p:nvPr>
            <p:ph type="subTitle" idx="15"/>
          </p:nvPr>
        </p:nvSpPr>
        <p:spPr/>
        <p:txBody>
          <a:bodyPr/>
          <a:lstStyle/>
          <a:p>
            <a:pPr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サブタイトル 1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0" i="0">
                <a:solidFill>
                  <a:srgbClr val="1A1A1A"/>
                </a:solidFill>
                <a:latin typeface="Meiryo UI"/>
              </a:defRPr>
            </a:pPr>
            <a:r>
              <a:t>2段階フローA</a:t>
            </a:r>
          </a:p>
        </p:txBody>
      </p:sp>
      <p:sp>
        <p:nvSpPr>
          <p:cNvPr id="6" name="Flow 1"/>
          <p:cNvSpPr txBox="1"/>
          <p:nvPr/>
        </p:nvSpPr>
        <p:spPr>
          <a:xfrm>
            <a:off x="312420" y="1597859"/>
            <a:ext cx="5139431" cy="45856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Flow 1 の説明 1</a:t>
            </a:r>
          </a:p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- 手順 1</a:t>
            </a:r>
          </a:p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- 手順 2</a:t>
            </a:r>
          </a:p>
        </p:txBody>
      </p:sp>
      <p:sp>
        <p:nvSpPr>
          <p:cNvPr id="7" name="Flow 2"/>
          <p:cNvSpPr txBox="1"/>
          <p:nvPr/>
        </p:nvSpPr>
        <p:spPr>
          <a:xfrm>
            <a:off x="6740151" y="1597859"/>
            <a:ext cx="5139431" cy="45856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Flow 2 の説明 1</a:t>
            </a:r>
          </a:p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- 手順 1</a:t>
            </a:r>
          </a:p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- 手順 2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Subtitle 3"/>
          <p:cNvSpPr>
            <a:spLocks noGrp="1"/>
          </p:cNvSpPr>
          <p:nvPr>
            <p:ph type="subTitle" idx="15"/>
          </p:nvPr>
        </p:nvSpPr>
        <p:spPr/>
        <p:txBody>
          <a:bodyPr/>
          <a:lstStyle/>
          <a:p>
            <a:pPr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サブタイトル 2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0" i="0">
                <a:solidFill>
                  <a:srgbClr val="1A1A1A"/>
                </a:solidFill>
                <a:latin typeface="Meiryo UI"/>
              </a:defRPr>
            </a:pPr>
            <a:r>
              <a:t>2段階フローB</a:t>
            </a:r>
          </a:p>
        </p:txBody>
      </p:sp>
      <p:sp>
        <p:nvSpPr>
          <p:cNvPr id="6" name="Flow 1"/>
          <p:cNvSpPr txBox="1"/>
          <p:nvPr/>
        </p:nvSpPr>
        <p:spPr>
          <a:xfrm>
            <a:off x="312420" y="1597859"/>
            <a:ext cx="5139431" cy="45856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Flow 1 の説明 2</a:t>
            </a:r>
          </a:p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- 手順 1</a:t>
            </a:r>
          </a:p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- 手順 2</a:t>
            </a:r>
          </a:p>
        </p:txBody>
      </p:sp>
      <p:sp>
        <p:nvSpPr>
          <p:cNvPr id="7" name="Flow 2"/>
          <p:cNvSpPr txBox="1"/>
          <p:nvPr/>
        </p:nvSpPr>
        <p:spPr>
          <a:xfrm>
            <a:off x="6740151" y="1597859"/>
            <a:ext cx="5139431" cy="45856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Flow 2 の説明 2</a:t>
            </a:r>
          </a:p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- 手順 1</a:t>
            </a:r>
          </a:p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- 手順 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Subtitle 2"/>
          <p:cNvSpPr>
            <a:spLocks noGrp="1"/>
          </p:cNvSpPr>
          <p:nvPr>
            <p:ph type="subTitle" idx="15"/>
          </p:nvPr>
        </p:nvSpPr>
        <p:spPr/>
        <p:txBody>
          <a:bodyPr/>
          <a:lstStyle/>
          <a:p>
            <a:pPr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サブタイトル 1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0" i="0">
                <a:solidFill>
                  <a:srgbClr val="1A1A1A"/>
                </a:solidFill>
                <a:latin typeface="Meiryo UI"/>
              </a:defRPr>
            </a:pPr>
            <a:r>
              <a:t>3段階フローA</a:t>
            </a:r>
          </a:p>
        </p:txBody>
      </p:sp>
      <p:sp>
        <p:nvSpPr>
          <p:cNvPr id="7" name="Flow 1"/>
          <p:cNvSpPr txBox="1"/>
          <p:nvPr/>
        </p:nvSpPr>
        <p:spPr>
          <a:xfrm>
            <a:off x="308688" y="1597859"/>
            <a:ext cx="3437909" cy="45856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Flow 1 の説明 1</a:t>
            </a:r>
          </a:p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- 手順 1</a:t>
            </a:r>
          </a:p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- 手順 2</a:t>
            </a:r>
          </a:p>
        </p:txBody>
      </p:sp>
      <p:sp>
        <p:nvSpPr>
          <p:cNvPr id="8" name="Flow 3"/>
          <p:cNvSpPr txBox="1"/>
          <p:nvPr/>
        </p:nvSpPr>
        <p:spPr>
          <a:xfrm>
            <a:off x="8441671" y="1591291"/>
            <a:ext cx="3437909" cy="45856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Flow 3 の説明 1</a:t>
            </a:r>
          </a:p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- 手順 1</a:t>
            </a:r>
          </a:p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- 手順 2</a:t>
            </a:r>
          </a:p>
        </p:txBody>
      </p:sp>
      <p:sp>
        <p:nvSpPr>
          <p:cNvPr id="9" name="Flow 2"/>
          <p:cNvSpPr txBox="1"/>
          <p:nvPr/>
        </p:nvSpPr>
        <p:spPr>
          <a:xfrm>
            <a:off x="4377046" y="1591292"/>
            <a:ext cx="3437909" cy="45856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Flow 2 の説明 1</a:t>
            </a:r>
          </a:p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- 手順 1</a:t>
            </a:r>
          </a:p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- 手順 2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Subtitle 2"/>
          <p:cNvSpPr>
            <a:spLocks noGrp="1"/>
          </p:cNvSpPr>
          <p:nvPr>
            <p:ph type="subTitle" idx="15"/>
          </p:nvPr>
        </p:nvSpPr>
        <p:spPr/>
        <p:txBody>
          <a:bodyPr/>
          <a:lstStyle/>
          <a:p>
            <a:pPr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サブタイトル 2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0" i="0">
                <a:solidFill>
                  <a:srgbClr val="1A1A1A"/>
                </a:solidFill>
                <a:latin typeface="Meiryo UI"/>
              </a:defRPr>
            </a:pPr>
            <a:r>
              <a:t>3段階フローB</a:t>
            </a:r>
          </a:p>
        </p:txBody>
      </p:sp>
      <p:sp>
        <p:nvSpPr>
          <p:cNvPr id="7" name="Flow 1"/>
          <p:cNvSpPr txBox="1"/>
          <p:nvPr/>
        </p:nvSpPr>
        <p:spPr>
          <a:xfrm>
            <a:off x="308688" y="1597859"/>
            <a:ext cx="3437909" cy="45856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Flow 1 の説明 2</a:t>
            </a:r>
          </a:p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- 手順 1</a:t>
            </a:r>
          </a:p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- 手順 2</a:t>
            </a:r>
          </a:p>
        </p:txBody>
      </p:sp>
      <p:sp>
        <p:nvSpPr>
          <p:cNvPr id="8" name="Flow 3"/>
          <p:cNvSpPr txBox="1"/>
          <p:nvPr/>
        </p:nvSpPr>
        <p:spPr>
          <a:xfrm>
            <a:off x="8441671" y="1591291"/>
            <a:ext cx="3437909" cy="45856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Flow 3 の説明 2</a:t>
            </a:r>
          </a:p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- 手順 1</a:t>
            </a:r>
          </a:p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- 手順 2</a:t>
            </a:r>
          </a:p>
        </p:txBody>
      </p:sp>
      <p:sp>
        <p:nvSpPr>
          <p:cNvPr id="9" name="Flow 2"/>
          <p:cNvSpPr txBox="1"/>
          <p:nvPr/>
        </p:nvSpPr>
        <p:spPr>
          <a:xfrm>
            <a:off x="4377046" y="1591292"/>
            <a:ext cx="3437909" cy="45856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Flow 2 の説明 2</a:t>
            </a:r>
          </a:p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- 手順 1</a:t>
            </a:r>
          </a:p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- 手順 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Subtitle 3"/>
          <p:cNvSpPr>
            <a:spLocks noGrp="1"/>
          </p:cNvSpPr>
          <p:nvPr>
            <p:ph type="subTitle" idx="15"/>
          </p:nvPr>
        </p:nvSpPr>
        <p:spPr/>
        <p:txBody>
          <a:bodyPr/>
          <a:lstStyle/>
          <a:p>
            <a:pPr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サブタイトル 1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0" i="0">
                <a:solidFill>
                  <a:srgbClr val="1A1A1A"/>
                </a:solidFill>
                <a:latin typeface="Meiryo UI"/>
              </a:defRPr>
            </a:pPr>
            <a:r>
              <a:t>番号付きフローA</a:t>
            </a:r>
          </a:p>
        </p:txBody>
      </p:sp>
      <p:sp>
        <p:nvSpPr>
          <p:cNvPr id="8" name="Flow 1"/>
          <p:cNvSpPr txBox="1"/>
          <p:nvPr/>
        </p:nvSpPr>
        <p:spPr>
          <a:xfrm>
            <a:off x="332693" y="1597859"/>
            <a:ext cx="2179621" cy="45856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Flow 1 の説明 1</a:t>
            </a:r>
          </a:p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- 手順 1</a:t>
            </a:r>
          </a:p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- 手順 2</a:t>
            </a:r>
          </a:p>
        </p:txBody>
      </p:sp>
      <p:sp>
        <p:nvSpPr>
          <p:cNvPr id="9" name="Flow 2"/>
          <p:cNvSpPr txBox="1"/>
          <p:nvPr/>
        </p:nvSpPr>
        <p:spPr>
          <a:xfrm>
            <a:off x="3460633" y="1597859"/>
            <a:ext cx="2179621" cy="45856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Flow 2 の説明 1</a:t>
            </a:r>
          </a:p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- 手順 1</a:t>
            </a:r>
          </a:p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- 手順 2</a:t>
            </a:r>
          </a:p>
        </p:txBody>
      </p:sp>
      <p:sp>
        <p:nvSpPr>
          <p:cNvPr id="10" name="Flow 3"/>
          <p:cNvSpPr txBox="1"/>
          <p:nvPr/>
        </p:nvSpPr>
        <p:spPr>
          <a:xfrm>
            <a:off x="6588573" y="1597859"/>
            <a:ext cx="2179621" cy="45856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Flow 3 の説明 1</a:t>
            </a:r>
          </a:p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- 手順 1</a:t>
            </a:r>
          </a:p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- 手順 2</a:t>
            </a:r>
          </a:p>
        </p:txBody>
      </p:sp>
      <p:sp>
        <p:nvSpPr>
          <p:cNvPr id="11" name="Flow 4"/>
          <p:cNvSpPr txBox="1"/>
          <p:nvPr/>
        </p:nvSpPr>
        <p:spPr>
          <a:xfrm>
            <a:off x="9716513" y="1597859"/>
            <a:ext cx="2179621" cy="45856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Flow 4 の説明 1</a:t>
            </a:r>
          </a:p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- 手順 1</a:t>
            </a:r>
          </a:p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- 手順 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Subtitle 3"/>
          <p:cNvSpPr>
            <a:spLocks noGrp="1"/>
          </p:cNvSpPr>
          <p:nvPr>
            <p:ph type="subTitle" idx="15"/>
          </p:nvPr>
        </p:nvSpPr>
        <p:spPr/>
        <p:txBody>
          <a:bodyPr/>
          <a:lstStyle/>
          <a:p>
            <a:pPr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サブタイトル 2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0" i="0">
                <a:solidFill>
                  <a:srgbClr val="1A1A1A"/>
                </a:solidFill>
                <a:latin typeface="Meiryo UI"/>
              </a:defRPr>
            </a:pPr>
            <a:r>
              <a:t>番号付きフローB</a:t>
            </a:r>
          </a:p>
        </p:txBody>
      </p:sp>
      <p:sp>
        <p:nvSpPr>
          <p:cNvPr id="8" name="Flow 1"/>
          <p:cNvSpPr txBox="1"/>
          <p:nvPr/>
        </p:nvSpPr>
        <p:spPr>
          <a:xfrm>
            <a:off x="332693" y="1597859"/>
            <a:ext cx="2179621" cy="45856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Flow 1 の説明 2</a:t>
            </a:r>
          </a:p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- 手順 1</a:t>
            </a:r>
          </a:p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- 手順 2</a:t>
            </a:r>
          </a:p>
        </p:txBody>
      </p:sp>
      <p:sp>
        <p:nvSpPr>
          <p:cNvPr id="9" name="Flow 2"/>
          <p:cNvSpPr txBox="1"/>
          <p:nvPr/>
        </p:nvSpPr>
        <p:spPr>
          <a:xfrm>
            <a:off x="3460633" y="1597859"/>
            <a:ext cx="2179621" cy="45856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Flow 2 の説明 2</a:t>
            </a:r>
          </a:p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- 手順 1</a:t>
            </a:r>
          </a:p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- 手順 2</a:t>
            </a:r>
          </a:p>
        </p:txBody>
      </p:sp>
      <p:sp>
        <p:nvSpPr>
          <p:cNvPr id="10" name="Flow 3"/>
          <p:cNvSpPr txBox="1"/>
          <p:nvPr/>
        </p:nvSpPr>
        <p:spPr>
          <a:xfrm>
            <a:off x="6588573" y="1597859"/>
            <a:ext cx="2179621" cy="45856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Flow 3 の説明 2</a:t>
            </a:r>
          </a:p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- 手順 1</a:t>
            </a:r>
          </a:p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- 手順 2</a:t>
            </a:r>
          </a:p>
        </p:txBody>
      </p:sp>
      <p:sp>
        <p:nvSpPr>
          <p:cNvPr id="11" name="Flow 4"/>
          <p:cNvSpPr txBox="1"/>
          <p:nvPr/>
        </p:nvSpPr>
        <p:spPr>
          <a:xfrm>
            <a:off x="9716513" y="1597859"/>
            <a:ext cx="2179621" cy="45856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Flow 4 の説明 2</a:t>
            </a:r>
          </a:p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- 手順 1</a:t>
            </a:r>
          </a:p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- 手順 2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Subtitle 2"/>
          <p:cNvSpPr>
            <a:spLocks noGrp="1"/>
          </p:cNvSpPr>
          <p:nvPr>
            <p:ph type="subTitle" idx="15"/>
          </p:nvPr>
        </p:nvSpPr>
        <p:spPr/>
        <p:txBody>
          <a:bodyPr/>
          <a:lstStyle/>
          <a:p>
            <a:pPr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サブタイトル 1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0" i="0">
                <a:solidFill>
                  <a:srgbClr val="1A1A1A"/>
                </a:solidFill>
                <a:latin typeface="Meiryo UI"/>
              </a:defRPr>
            </a:pPr>
            <a:r>
              <a:t>クロージングA</a:t>
            </a:r>
          </a:p>
        </p:txBody>
      </p:sp>
      <p:sp>
        <p:nvSpPr>
          <p:cNvPr id="5" name="Body"/>
          <p:cNvSpPr txBox="1"/>
          <p:nvPr/>
        </p:nvSpPr>
        <p:spPr>
          <a:xfrm>
            <a:off x="312420" y="1591294"/>
            <a:ext cx="11567160" cy="45856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Body のサンプル 1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Subtitle 2"/>
          <p:cNvSpPr>
            <a:spLocks noGrp="1"/>
          </p:cNvSpPr>
          <p:nvPr>
            <p:ph type="subTitle" idx="15"/>
          </p:nvPr>
        </p:nvSpPr>
        <p:spPr/>
        <p:txBody>
          <a:bodyPr/>
          <a:lstStyle/>
          <a:p>
            <a:pPr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サブタイトル 2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0" i="0">
                <a:solidFill>
                  <a:srgbClr val="1A1A1A"/>
                </a:solidFill>
                <a:latin typeface="Meiryo UI"/>
              </a:defRPr>
            </a:pPr>
            <a:r>
              <a:t>クロージングB</a:t>
            </a:r>
          </a:p>
        </p:txBody>
      </p:sp>
      <p:sp>
        <p:nvSpPr>
          <p:cNvPr id="5" name="Body"/>
          <p:cNvSpPr txBox="1"/>
          <p:nvPr/>
        </p:nvSpPr>
        <p:spPr>
          <a:xfrm>
            <a:off x="312420" y="1591294"/>
            <a:ext cx="11567160" cy="45856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Body のサンプル 2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731520" y="457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0" i="0">
                <a:solidFill>
                  <a:srgbClr val="1A1A1A"/>
                </a:solidFill>
                <a:latin typeface="Meiryo UI"/>
              </a:defRPr>
            </a:pPr>
            <a:r>
              <a:t>クロージング扉A</a:t>
            </a:r>
          </a:p>
        </p:txBody>
      </p:sp>
      <p:pic>
        <p:nvPicPr>
          <p:cNvPr id="4" name="Logo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8800" y="297180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731520" y="457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0" i="0">
                <a:solidFill>
                  <a:srgbClr val="1A1A1A"/>
                </a:solidFill>
                <a:latin typeface="Meiryo UI"/>
              </a:defRPr>
            </a:pPr>
            <a:r>
              <a:t>クロージング扉B</a:t>
            </a:r>
          </a:p>
        </p:txBody>
      </p:sp>
      <p:pic>
        <p:nvPicPr>
          <p:cNvPr id="4" name="Logo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8800" y="297180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3200" b="0" i="0">
                <a:solidFill>
                  <a:srgbClr val="1A1A1A"/>
                </a:solidFill>
                <a:latin typeface="Meiryo UI"/>
              </a:defRPr>
            </a:pPr>
            <a:r>
              <a:t>背景スライドA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サブタイトル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4" sz="quarter"/>
          </p:nvPr>
        </p:nvSpPr>
        <p:spPr/>
        <p:txBody>
          <a:bodyPr/>
          <a:lstStyle/>
          <a:p/>
        </p:txBody>
      </p:sp>
      <p:sp>
        <p:nvSpPr>
          <p:cNvPr id="5" name="コンテンツ プレースホルダー 2"/>
          <p:cNvSpPr txBox="1"/>
          <p:nvPr/>
        </p:nvSpPr>
        <p:spPr>
          <a:xfrm>
            <a:off x="914400" y="9144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_bk のコンテンツ 1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3200" b="0" i="0">
                <a:solidFill>
                  <a:srgbClr val="1A1A1A"/>
                </a:solidFill>
                <a:latin typeface="Meiryo UI"/>
              </a:defRPr>
            </a:pPr>
            <a:r>
              <a:t>背景スライドB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サブタイトル 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4" sz="quarter"/>
          </p:nvPr>
        </p:nvSpPr>
        <p:spPr/>
        <p:txBody>
          <a:bodyPr/>
          <a:lstStyle/>
          <a:p/>
        </p:txBody>
      </p:sp>
      <p:sp>
        <p:nvSpPr>
          <p:cNvPr id="5" name="コンテンツ プレースホルダー 2"/>
          <p:cNvSpPr txBox="1"/>
          <p:nvPr/>
        </p:nvSpPr>
        <p:spPr>
          <a:xfrm>
            <a:off x="914400" y="9144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74320" indent="-182880">
              <a:lnSpc>
                <a:spcPts val="2200"/>
              </a:lnSpc>
              <a:defRPr sz="1800" b="0" i="0">
                <a:solidFill>
                  <a:srgbClr val="333333"/>
                </a:solidFill>
                <a:latin typeface="Meiryo UI"/>
              </a:defRPr>
            </a:pPr>
            <a:r>
              <a:t>_bk のコンテンツ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heme">
  <a:themeElements>
    <a:clrScheme name="yurak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941100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スケルトン_private" id="{091D9AE9-F9AF-9D43-B7A5-019DF01AC8C0}" vid="{81A269FE-9877-6146-A5A8-3FC08D766AF0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</Template>
  <TotalTime>114</TotalTime>
  <Words>0</Words>
  <Application>Microsoft Macintosh PowerPoint</Application>
  <PresentationFormat>ワイド画面</PresentationFormat>
  <Paragraphs>0</Paragraphs>
  <Slides>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0</vt:i4>
      </vt:variant>
    </vt:vector>
  </HeadingPairs>
  <TitlesOfParts>
    <vt:vector size="4" baseType="lpstr">
      <vt:lpstr>Meiryo UI</vt:lpstr>
      <vt:lpstr>游ゴシック</vt:lpstr>
      <vt:lpstr>Arial</vt:lpstr>
      <vt:lpstr>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伸一 浦川</dc:creator>
  <cp:lastModifiedBy>浦川 佑介／市統E／TEAMS (Urakawa Yusuke)</cp:lastModifiedBy>
  <cp:revision>32</cp:revision>
  <dcterms:created xsi:type="dcterms:W3CDTF">2025-10-05T16:43:33Z</dcterms:created>
  <dcterms:modified xsi:type="dcterms:W3CDTF">2025-10-31T08:12:27Z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2025-01-15T06:08:58Z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6c85d350-3774-4a07-b584-8e226920281f</vt:lpwstr>
  </property>
  <property fmtid="{D5CDD505-2E9C-101B-9397-08002B2CF9AE}" pid="7" name="MSIP_Label_defa4170-0d19-0005-0004-bc88714345d2_ActionId">
    <vt:lpwstr>43fd5171-489b-4f15-803f-93687a87a119</vt:lpwstr>
  </property>
  <property fmtid="{D5CDD505-2E9C-101B-9397-08002B2CF9AE}" pid="8" name="MSIP_Label_defa4170-0d19-0005-0004-bc88714345d2_ContentBits">
    <vt:lpwstr>0</vt:lpwstr>
  </property>
</Properties>
</file>