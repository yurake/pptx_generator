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676"/>
    <a:srgbClr val="FFEBE7"/>
    <a:srgbClr val="FCF5FA"/>
    <a:srgbClr val="FDEEE5"/>
    <a:srgbClr val="FFDFD9"/>
    <a:srgbClr val="FF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06"/>
    <p:restoredTop sz="94830"/>
  </p:normalViewPr>
  <p:slideViewPr>
    <p:cSldViewPr snapToGrid="0">
      <p:cViewPr varScale="1">
        <p:scale>
          <a:sx n="129" d="100"/>
          <a:sy n="129" d="100"/>
        </p:scale>
        <p:origin x="7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749C5-FFD9-114C-B10A-D0464B391B7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5317E-5330-4C47-B57A-8234620E5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66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8333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6206" y="1591293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107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61DBA7-724F-AFFD-6136-B32B3F07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8C0CFD-645B-EDDD-3915-45AB50898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420" y="1591294"/>
            <a:ext cx="11567160" cy="458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979FF-2A1C-1D6E-A8A6-4B724D11E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68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C30F11-3F8B-CE6B-E532-403702300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705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eme">
  <a:themeElements>
    <a:clrScheme name="yurak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941100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スケルトン_private" id="{091D9AE9-F9AF-9D43-B7A5-019DF01AC8C0}" vid="{81A269FE-9877-6146-A5A8-3FC08D766AF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114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Meiryo UI</vt:lpstr>
      <vt:lpstr>游ゴシック</vt:lpstr>
      <vt:lpstr>Arial</vt:lpstr>
      <vt:lpstr>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伸一 浦川</dc:creator>
  <cp:lastModifiedBy>浦川 佑介／市統E／TEAMS (Urakawa Yusuke)</cp:lastModifiedBy>
  <cp:revision>34</cp:revision>
  <dcterms:created xsi:type="dcterms:W3CDTF">2025-10-05T16:43:33Z</dcterms:created>
  <dcterms:modified xsi:type="dcterms:W3CDTF">2025-12-22T14:14:35Z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2025-01-15T06:08:58Z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6c85d350-3774-4a07-b584-8e226920281f</vt:lpwstr>
  </property>
  <property fmtid="{D5CDD505-2E9C-101B-9397-08002B2CF9AE}" pid="7" name="MSIP_Label_defa4170-0d19-0005-0004-bc88714345d2_ActionId">
    <vt:lpwstr>43fd5171-489b-4f15-803f-93687a87a119</vt:lpwstr>
  </property>
  <property fmtid="{D5CDD505-2E9C-101B-9397-08002B2CF9AE}" pid="8" name="MSIP_Label_defa4170-0d19-0005-0004-bc88714345d2_ContentBits">
    <vt:lpwstr>0</vt:lpwstr>
  </property>
</Properties>
</file>