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8" r:id="rId2"/>
    <p:sldId id="261" r:id="rId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67676"/>
    <a:srgbClr val="FFEBE7"/>
    <a:srgbClr val="FCF5FA"/>
    <a:srgbClr val="FDEEE5"/>
    <a:srgbClr val="FFDFD9"/>
    <a:srgbClr val="FFD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38"/>
    <p:restoredTop sz="94830"/>
  </p:normalViewPr>
  <p:slideViewPr>
    <p:cSldViewPr snapToGrid="0">
      <p:cViewPr varScale="1">
        <p:scale>
          <a:sx n="121" d="100"/>
          <a:sy n="121" d="100"/>
        </p:scale>
        <p:origin x="968" y="200"/>
      </p:cViewPr>
      <p:guideLst/>
    </p:cSldViewPr>
  </p:slideViewPr>
  <p:notesTextViewPr>
    <p:cViewPr>
      <p:scale>
        <a:sx n="1" d="1"/>
        <a:sy n="1" d="1"/>
      </p:scale>
      <p:origin x="0" y="0"/>
    </p:cViewPr>
  </p:notesTextViewPr>
  <p:sorterViewPr>
    <p:cViewPr>
      <p:scale>
        <a:sx n="1" d="1"/>
        <a:sy n="1" d="1"/>
      </p:scale>
      <p:origin x="0" y="0"/>
    </p:cViewPr>
  </p:sorter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3749C5-FFD9-114C-B10A-D0464B391B79}" type="datetimeFigureOut">
              <a:rPr kumimoji="1" lang="ja-JP" altLang="en-US" smtClean="0"/>
              <a:t>2025/12/30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B5317E-5330-4C47-B57A-8234620E5349}" type="slidenum">
              <a:rPr kumimoji="1" lang="ja-JP" altLang="en-US" smtClean="0"/>
              <a:t>‹#›</a:t>
            </a:fld>
            <a:endParaRPr kumimoji="1" lang="ja-JP" altLang="en-US"/>
          </a:p>
        </p:txBody>
      </p:sp>
    </p:spTree>
    <p:extLst>
      <p:ext uri="{BB962C8B-B14F-4D97-AF65-F5344CB8AC3E}">
        <p14:creationId xmlns:p14="http://schemas.microsoft.com/office/powerpoint/2010/main" val="174966135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2000" b="0" i="0">
                <a:solidFill>
                  <a:srgbClr val="000000"/>
                </a:solidFill>
                <a:latin typeface="Meiryo UI"/>
              </a:defRPr>
            </a:pPr>
            <a:r>
              <a:t>自動生成の仕組みと柔軟性をまとめ、利用シーンをイメージしやすくする。</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2000" b="0" i="0">
                <a:solidFill>
                  <a:srgbClr val="000000"/>
                </a:solidFill>
                <a:latin typeface="Meiryo UI"/>
              </a:defRPr>
            </a:pPr>
            <a:r>
              <a:t>定量インパクト（70〜80%、1分以内）を前面に出して ROI を訴求。</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Detail">
    <p:spTree>
      <p:nvGrpSpPr>
        <p:cNvPr id="1" name=""/>
        <p:cNvGrpSpPr/>
        <p:nvPr/>
      </p:nvGrpSpPr>
      <p:grpSpPr>
        <a:xfrm>
          <a:off x="0" y="0"/>
          <a:ext cx="0" cy="0"/>
          <a:chOff x="0" y="0"/>
          <a:chExt cx="0" cy="0"/>
        </a:xfrm>
      </p:grpSpPr>
      <p:sp>
        <p:nvSpPr>
          <p:cNvPr id="2" name="Main Message">
            <a:extLst>
              <a:ext uri="{FF2B5EF4-FFF2-40B4-BE49-F238E27FC236}">
                <a16:creationId xmlns:a16="http://schemas.microsoft.com/office/drawing/2014/main" id="{1C878911-0E99-4C7F-A17C-E4C6E06AD3EB}"/>
              </a:ext>
            </a:extLst>
          </p:cNvPr>
          <p:cNvSpPr>
            <a:spLocks noGrp="1"/>
          </p:cNvSpPr>
          <p:nvPr>
            <p:ph type="title"/>
          </p:nvPr>
        </p:nvSpPr>
        <p:spPr/>
        <p:txBody>
          <a:bodyPr/>
          <a:lstStyle>
            <a:lvl1pPr>
              <a:defRPr>
                <a:latin typeface="Meiryo UI" panose="020B0604030504040204" pitchFamily="34" charset="-128"/>
                <a:ea typeface="Meiryo UI" panose="020B0604030504040204" pitchFamily="34" charset="-128"/>
              </a:defRPr>
            </a:lvl1pPr>
          </a:lstStyle>
          <a:p>
            <a:r>
              <a:rPr kumimoji="1" lang="ja-JP" altLang="en-US"/>
              <a:t>マスター タイトルの書式設定</a:t>
            </a:r>
          </a:p>
        </p:txBody>
      </p:sp>
      <p:sp>
        <p:nvSpPr>
          <p:cNvPr id="3" name="Body">
            <a:extLst>
              <a:ext uri="{FF2B5EF4-FFF2-40B4-BE49-F238E27FC236}">
                <a16:creationId xmlns:a16="http://schemas.microsoft.com/office/drawing/2014/main" id="{CE3F0D44-172A-CF1D-E1C1-730B2FD3226F}"/>
              </a:ext>
            </a:extLst>
          </p:cNvPr>
          <p:cNvSpPr>
            <a:spLocks noGrp="1"/>
          </p:cNvSpPr>
          <p:nvPr>
            <p:ph idx="1"/>
          </p:nvPr>
        </p:nvSpPr>
        <p:spPr/>
        <p:txBody>
          <a:bodyPr>
            <a:normAutofit/>
          </a:bodyPr>
          <a:lstStyle>
            <a:lvl1pPr>
              <a:defRPr sz="1800">
                <a:latin typeface="Meiryo UI" panose="020B0604030504040204" pitchFamily="34" charset="-128"/>
                <a:ea typeface="Meiryo UI" panose="020B0604030504040204" pitchFamily="34" charset="-128"/>
              </a:defRPr>
            </a:lvl1pPr>
            <a:lvl2pPr>
              <a:defRPr sz="1600">
                <a:latin typeface="Meiryo UI" panose="020B0604030504040204" pitchFamily="34" charset="-128"/>
                <a:ea typeface="Meiryo UI" panose="020B0604030504040204" pitchFamily="34" charset="-128"/>
              </a:defRPr>
            </a:lvl2pPr>
            <a:lvl3pPr>
              <a:defRPr sz="1400">
                <a:latin typeface="Meiryo UI" panose="020B0604030504040204" pitchFamily="34" charset="-128"/>
                <a:ea typeface="Meiryo UI" panose="020B0604030504040204" pitchFamily="34" charset="-128"/>
              </a:defRPr>
            </a:lvl3pPr>
            <a:lvl4pPr>
              <a:defRPr sz="1200">
                <a:latin typeface="Meiryo UI" panose="020B0604030504040204" pitchFamily="34" charset="-128"/>
                <a:ea typeface="Meiryo UI" panose="020B0604030504040204" pitchFamily="34" charset="-128"/>
              </a:defRPr>
            </a:lvl4pPr>
            <a:lvl5pPr>
              <a:defRPr sz="1200">
                <a:latin typeface="Meiryo UI" panose="020B0604030504040204" pitchFamily="34" charset="-128"/>
                <a:ea typeface="Meiryo UI" panose="020B0604030504040204" pitchFamily="34"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Num">
            <a:extLst>
              <a:ext uri="{FF2B5EF4-FFF2-40B4-BE49-F238E27FC236}">
                <a16:creationId xmlns:a16="http://schemas.microsoft.com/office/drawing/2014/main" id="{ED36DFD0-93B2-8751-F203-50EE02E97C4C}"/>
              </a:ext>
            </a:extLst>
          </p:cNvPr>
          <p:cNvSpPr>
            <a:spLocks noGrp="1"/>
          </p:cNvSpPr>
          <p:nvPr>
            <p:ph type="sldNum" sz="quarter" idx="12"/>
          </p:nvPr>
        </p:nvSpPr>
        <p:spPr/>
        <p:txBody>
          <a:bodyPr/>
          <a:lstStyle>
            <a:lvl1pPr>
              <a:defRPr>
                <a:latin typeface="Meiryo UI" panose="020B0604030504040204" pitchFamily="34" charset="-128"/>
                <a:ea typeface="Meiryo UI" panose="020B0604030504040204" pitchFamily="34" charset="-128"/>
              </a:defRPr>
            </a:lvl1pPr>
          </a:lstStyle>
          <a:p>
            <a:fld id="{C9FB15DA-11C7-0141-B5F8-718388A4C1CD}" type="slidenum">
              <a:rPr lang="ja-JP" altLang="en-US" smtClean="0"/>
              <a:pPr/>
              <a:t>‹#›</a:t>
            </a:fld>
            <a:endParaRPr lang="ja-JP" altLang="en-US"/>
          </a:p>
        </p:txBody>
      </p:sp>
      <p:sp>
        <p:nvSpPr>
          <p:cNvPr id="7" name="Sub Title">
            <a:extLst>
              <a:ext uri="{FF2B5EF4-FFF2-40B4-BE49-F238E27FC236}">
                <a16:creationId xmlns:a16="http://schemas.microsoft.com/office/drawing/2014/main" id="{CFB8029D-253E-8847-5284-0B7DE07D1472}"/>
              </a:ext>
            </a:extLst>
          </p:cNvPr>
          <p:cNvSpPr>
            <a:spLocks noGrp="1"/>
          </p:cNvSpPr>
          <p:nvPr>
            <p:ph type="subTitle" idx="15" hasCustomPrompt="1"/>
          </p:nvPr>
        </p:nvSpPr>
        <p:spPr>
          <a:xfrm>
            <a:off x="312420" y="0"/>
            <a:ext cx="4694586" cy="320634"/>
          </a:xfrm>
        </p:spPr>
        <p:txBody>
          <a:bodyPr anchor="b">
            <a:normAutofit/>
          </a:bodyPr>
          <a:lstStyle>
            <a:lvl1pPr marL="0" indent="0" algn="l">
              <a:buNone/>
              <a:defRPr sz="1800">
                <a:solidFill>
                  <a:srgbClr val="76767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kumimoji="1" lang="ja-JP" altLang="en-US"/>
              <a:t>サブタイトル</a:t>
            </a:r>
            <a:r>
              <a:rPr kumimoji="1" lang="en-US" altLang="ja-JP" dirty="0"/>
              <a:t> </a:t>
            </a:r>
            <a:r>
              <a:rPr kumimoji="1" lang="ja-JP" altLang="en-US"/>
              <a:t>の書式設定</a:t>
            </a:r>
          </a:p>
        </p:txBody>
      </p:sp>
    </p:spTree>
    <p:extLst>
      <p:ext uri="{BB962C8B-B14F-4D97-AF65-F5344CB8AC3E}">
        <p14:creationId xmlns:p14="http://schemas.microsoft.com/office/powerpoint/2010/main" val="3983333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Detail">
    <p:spTree>
      <p:nvGrpSpPr>
        <p:cNvPr id="1" name=""/>
        <p:cNvGrpSpPr/>
        <p:nvPr/>
      </p:nvGrpSpPr>
      <p:grpSpPr>
        <a:xfrm>
          <a:off x="0" y="0"/>
          <a:ext cx="0" cy="0"/>
          <a:chOff x="0" y="0"/>
          <a:chExt cx="0" cy="0"/>
        </a:xfrm>
      </p:grpSpPr>
      <p:sp>
        <p:nvSpPr>
          <p:cNvPr id="3" name="Body Left">
            <a:extLst>
              <a:ext uri="{FF2B5EF4-FFF2-40B4-BE49-F238E27FC236}">
                <a16:creationId xmlns:a16="http://schemas.microsoft.com/office/drawing/2014/main" id="{CE3F0D44-172A-CF1D-E1C1-730B2FD3226F}"/>
              </a:ext>
            </a:extLst>
          </p:cNvPr>
          <p:cNvSpPr>
            <a:spLocks noGrp="1"/>
          </p:cNvSpPr>
          <p:nvPr>
            <p:ph idx="1"/>
          </p:nvPr>
        </p:nvSpPr>
        <p:spPr>
          <a:xfrm>
            <a:off x="312420" y="1591294"/>
            <a:ext cx="5653374" cy="4585669"/>
          </a:xfrm>
        </p:spPr>
        <p:txBody>
          <a:bodyPr>
            <a:normAutofit/>
          </a:bodyPr>
          <a:lstStyle>
            <a:lvl1pPr>
              <a:defRPr sz="1800">
                <a:latin typeface="Meiryo UI" panose="020B0604030504040204" pitchFamily="34" charset="-128"/>
                <a:ea typeface="Meiryo UI" panose="020B0604030504040204" pitchFamily="34" charset="-128"/>
              </a:defRPr>
            </a:lvl1pPr>
            <a:lvl2pPr>
              <a:defRPr sz="1600">
                <a:latin typeface="Meiryo UI" panose="020B0604030504040204" pitchFamily="34" charset="-128"/>
                <a:ea typeface="Meiryo UI" panose="020B0604030504040204" pitchFamily="34" charset="-128"/>
              </a:defRPr>
            </a:lvl2pPr>
            <a:lvl3pPr>
              <a:defRPr sz="1400">
                <a:latin typeface="Meiryo UI" panose="020B0604030504040204" pitchFamily="34" charset="-128"/>
                <a:ea typeface="Meiryo UI" panose="020B0604030504040204" pitchFamily="34" charset="-128"/>
              </a:defRPr>
            </a:lvl3pPr>
            <a:lvl4pPr>
              <a:defRPr sz="1200">
                <a:latin typeface="Meiryo UI" panose="020B0604030504040204" pitchFamily="34" charset="-128"/>
                <a:ea typeface="Meiryo UI" panose="020B0604030504040204" pitchFamily="34" charset="-128"/>
              </a:defRPr>
            </a:lvl4pPr>
            <a:lvl5pPr>
              <a:defRPr sz="1200">
                <a:latin typeface="Meiryo UI" panose="020B0604030504040204" pitchFamily="34" charset="-128"/>
                <a:ea typeface="Meiryo UI" panose="020B0604030504040204" pitchFamily="34"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Body Right">
            <a:extLst>
              <a:ext uri="{FF2B5EF4-FFF2-40B4-BE49-F238E27FC236}">
                <a16:creationId xmlns:a16="http://schemas.microsoft.com/office/drawing/2014/main" id="{F8E60AB5-72BD-C2E5-C767-BC6D3DD300C1}"/>
              </a:ext>
            </a:extLst>
          </p:cNvPr>
          <p:cNvSpPr>
            <a:spLocks noGrp="1"/>
          </p:cNvSpPr>
          <p:nvPr>
            <p:ph idx="14"/>
          </p:nvPr>
        </p:nvSpPr>
        <p:spPr>
          <a:xfrm>
            <a:off x="6226206" y="1591293"/>
            <a:ext cx="5653374" cy="4585669"/>
          </a:xfrm>
        </p:spPr>
        <p:txBody>
          <a:bodyPr>
            <a:normAutofit/>
          </a:bodyPr>
          <a:lstStyle>
            <a:lvl1pPr>
              <a:defRPr sz="1800">
                <a:latin typeface="Meiryo UI" panose="020B0604030504040204" pitchFamily="34" charset="-128"/>
                <a:ea typeface="Meiryo UI" panose="020B0604030504040204" pitchFamily="34" charset="-128"/>
              </a:defRPr>
            </a:lvl1pPr>
            <a:lvl2pPr>
              <a:defRPr sz="1600">
                <a:latin typeface="Meiryo UI" panose="020B0604030504040204" pitchFamily="34" charset="-128"/>
                <a:ea typeface="Meiryo UI" panose="020B0604030504040204" pitchFamily="34" charset="-128"/>
              </a:defRPr>
            </a:lvl2pPr>
            <a:lvl3pPr>
              <a:defRPr sz="1400">
                <a:latin typeface="Meiryo UI" panose="020B0604030504040204" pitchFamily="34" charset="-128"/>
                <a:ea typeface="Meiryo UI" panose="020B0604030504040204" pitchFamily="34" charset="-128"/>
              </a:defRPr>
            </a:lvl3pPr>
            <a:lvl4pPr>
              <a:defRPr sz="1200">
                <a:latin typeface="Meiryo UI" panose="020B0604030504040204" pitchFamily="34" charset="-128"/>
                <a:ea typeface="Meiryo UI" panose="020B0604030504040204" pitchFamily="34" charset="-128"/>
              </a:defRPr>
            </a:lvl4pPr>
            <a:lvl5pPr>
              <a:defRPr sz="1200">
                <a:latin typeface="Meiryo UI" panose="020B0604030504040204" pitchFamily="34" charset="-128"/>
                <a:ea typeface="Meiryo UI" panose="020B0604030504040204" pitchFamily="34"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8" name="Num">
            <a:extLst>
              <a:ext uri="{FF2B5EF4-FFF2-40B4-BE49-F238E27FC236}">
                <a16:creationId xmlns:a16="http://schemas.microsoft.com/office/drawing/2014/main" id="{56AA02C1-A54C-165A-69BE-1B530B6E50C5}"/>
              </a:ext>
            </a:extLst>
          </p:cNvPr>
          <p:cNvSpPr>
            <a:spLocks noGrp="1"/>
          </p:cNvSpPr>
          <p:nvPr>
            <p:ph type="sldNum" sz="quarter" idx="12"/>
          </p:nvPr>
        </p:nvSpPr>
        <p:spPr>
          <a:xfrm>
            <a:off x="8610600" y="6356350"/>
            <a:ext cx="3268980" cy="365125"/>
          </a:xfrm>
        </p:spPr>
        <p:txBody>
          <a:bodyPr/>
          <a:lstStyle>
            <a:lvl1pPr>
              <a:defRPr>
                <a:latin typeface="Meiryo UI" panose="020B0604030504040204" pitchFamily="34" charset="-128"/>
                <a:ea typeface="Meiryo UI" panose="020B0604030504040204" pitchFamily="34" charset="-128"/>
              </a:defRPr>
            </a:lvl1pPr>
          </a:lstStyle>
          <a:p>
            <a:fld id="{C9FB15DA-11C7-0141-B5F8-718388A4C1CD}" type="slidenum">
              <a:rPr lang="ja-JP" altLang="en-US" smtClean="0"/>
              <a:pPr/>
              <a:t>‹#›</a:t>
            </a:fld>
            <a:endParaRPr lang="ja-JP" altLang="en-US"/>
          </a:p>
        </p:txBody>
      </p:sp>
      <p:sp>
        <p:nvSpPr>
          <p:cNvPr id="9" name="Sub Title">
            <a:extLst>
              <a:ext uri="{FF2B5EF4-FFF2-40B4-BE49-F238E27FC236}">
                <a16:creationId xmlns:a16="http://schemas.microsoft.com/office/drawing/2014/main" id="{764B9995-8162-9686-55CF-A601559383BA}"/>
              </a:ext>
            </a:extLst>
          </p:cNvPr>
          <p:cNvSpPr>
            <a:spLocks noGrp="1"/>
          </p:cNvSpPr>
          <p:nvPr>
            <p:ph type="subTitle" idx="15" hasCustomPrompt="1"/>
          </p:nvPr>
        </p:nvSpPr>
        <p:spPr>
          <a:xfrm>
            <a:off x="312420" y="0"/>
            <a:ext cx="4694586" cy="320634"/>
          </a:xfrm>
        </p:spPr>
        <p:txBody>
          <a:bodyPr anchor="b">
            <a:normAutofit/>
          </a:bodyPr>
          <a:lstStyle>
            <a:lvl1pPr marL="0" indent="0" algn="l">
              <a:buNone/>
              <a:defRPr sz="1800">
                <a:solidFill>
                  <a:srgbClr val="76767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kumimoji="1" lang="ja-JP" altLang="en-US"/>
              <a:t>サブタイトル</a:t>
            </a:r>
            <a:r>
              <a:rPr kumimoji="1" lang="en-US" altLang="ja-JP" dirty="0"/>
              <a:t> </a:t>
            </a:r>
            <a:r>
              <a:rPr kumimoji="1" lang="ja-JP" altLang="en-US"/>
              <a:t>の書式設定</a:t>
            </a:r>
          </a:p>
        </p:txBody>
      </p:sp>
      <p:sp>
        <p:nvSpPr>
          <p:cNvPr id="10" name="Main Message">
            <a:extLst>
              <a:ext uri="{FF2B5EF4-FFF2-40B4-BE49-F238E27FC236}">
                <a16:creationId xmlns:a16="http://schemas.microsoft.com/office/drawing/2014/main" id="{DAE0D25B-738A-5720-EB6D-999919171793}"/>
              </a:ext>
            </a:extLst>
          </p:cNvPr>
          <p:cNvSpPr>
            <a:spLocks noGrp="1"/>
          </p:cNvSpPr>
          <p:nvPr>
            <p:ph type="title"/>
          </p:nvPr>
        </p:nvSpPr>
        <p:spPr>
          <a:xfrm>
            <a:off x="312420" y="593765"/>
            <a:ext cx="11567160" cy="831273"/>
          </a:xfrm>
        </p:spPr>
        <p:txBody>
          <a:bodyPr/>
          <a:lstStyle>
            <a:lvl1pPr>
              <a:defRPr>
                <a:latin typeface="Meiryo UI" panose="020B0604030504040204" pitchFamily="34" charset="-128"/>
                <a:ea typeface="Meiryo UI" panose="020B0604030504040204" pitchFamily="34" charset="-128"/>
              </a:defRPr>
            </a:lvl1pPr>
          </a:lstStyle>
          <a:p>
            <a:r>
              <a:rPr kumimoji="1" lang="ja-JP" altLang="en-US"/>
              <a:t>マスター タイトルの書式設定</a:t>
            </a:r>
          </a:p>
        </p:txBody>
      </p:sp>
    </p:spTree>
    <p:extLst>
      <p:ext uri="{BB962C8B-B14F-4D97-AF65-F5344CB8AC3E}">
        <p14:creationId xmlns:p14="http://schemas.microsoft.com/office/powerpoint/2010/main" val="376107725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561DBA7-724F-AFFD-6136-B32B3F0721FE}"/>
              </a:ext>
            </a:extLst>
          </p:cNvPr>
          <p:cNvSpPr>
            <a:spLocks noGrp="1"/>
          </p:cNvSpPr>
          <p:nvPr>
            <p:ph type="title"/>
          </p:nvPr>
        </p:nvSpPr>
        <p:spPr>
          <a:xfrm>
            <a:off x="312420" y="593765"/>
            <a:ext cx="11567160" cy="831273"/>
          </a:xfrm>
          <a:prstGeom prst="rect">
            <a:avLst/>
          </a:prstGeom>
        </p:spPr>
        <p:txBody>
          <a:bodyPr vert="horz" lIns="91440" tIns="45720" rIns="91440" bIns="45720" rtlCol="0" anchor="t">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38C0CFD-645B-EDDD-3915-45AB50898B05}"/>
              </a:ext>
            </a:extLst>
          </p:cNvPr>
          <p:cNvSpPr>
            <a:spLocks noGrp="1"/>
          </p:cNvSpPr>
          <p:nvPr>
            <p:ph type="body" idx="1"/>
          </p:nvPr>
        </p:nvSpPr>
        <p:spPr>
          <a:xfrm>
            <a:off x="312420" y="1591294"/>
            <a:ext cx="11567160" cy="4585669"/>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dirty="0"/>
              <a:t>2 </a:t>
            </a:r>
            <a:r>
              <a:rPr kumimoji="1" lang="ja-JP" altLang="en-US"/>
              <a:t>レベル</a:t>
            </a:r>
          </a:p>
          <a:p>
            <a:pPr lvl="2"/>
            <a:r>
              <a:rPr kumimoji="1" lang="ja-JP" altLang="en-US"/>
              <a:t>第 </a:t>
            </a:r>
            <a:r>
              <a:rPr kumimoji="1" lang="en-US" altLang="ja-JP" dirty="0"/>
              <a:t>3 </a:t>
            </a:r>
            <a:r>
              <a:rPr kumimoji="1" lang="ja-JP" altLang="en-US"/>
              <a:t>レベル</a:t>
            </a:r>
          </a:p>
          <a:p>
            <a:pPr lvl="3"/>
            <a:r>
              <a:rPr kumimoji="1" lang="ja-JP" altLang="en-US"/>
              <a:t>第 </a:t>
            </a:r>
            <a:r>
              <a:rPr kumimoji="1" lang="en-US" altLang="ja-JP" dirty="0"/>
              <a:t>4 </a:t>
            </a:r>
            <a:r>
              <a:rPr kumimoji="1" lang="ja-JP" altLang="en-US"/>
              <a:t>レベル</a:t>
            </a:r>
          </a:p>
          <a:p>
            <a:pPr lvl="4"/>
            <a:r>
              <a:rPr kumimoji="1" lang="ja-JP" altLang="en-US"/>
              <a:t>第 </a:t>
            </a:r>
            <a:r>
              <a:rPr kumimoji="1" lang="en-US" altLang="ja-JP" dirty="0"/>
              <a:t>5 </a:t>
            </a:r>
            <a:r>
              <a:rPr kumimoji="1" lang="ja-JP" altLang="en-US"/>
              <a:t>レベル</a:t>
            </a:r>
          </a:p>
        </p:txBody>
      </p:sp>
      <p:sp>
        <p:nvSpPr>
          <p:cNvPr id="6" name="スライド番号プレースホルダー 5">
            <a:extLst>
              <a:ext uri="{FF2B5EF4-FFF2-40B4-BE49-F238E27FC236}">
                <a16:creationId xmlns:a16="http://schemas.microsoft.com/office/drawing/2014/main" id="{BD2979FF-2A1C-1D6E-A8A6-4B724D11E530}"/>
              </a:ext>
            </a:extLst>
          </p:cNvPr>
          <p:cNvSpPr>
            <a:spLocks noGrp="1"/>
          </p:cNvSpPr>
          <p:nvPr>
            <p:ph type="sldNum" sz="quarter" idx="4"/>
          </p:nvPr>
        </p:nvSpPr>
        <p:spPr>
          <a:xfrm>
            <a:off x="8610600" y="6356350"/>
            <a:ext cx="3268980" cy="365125"/>
          </a:xfrm>
          <a:prstGeom prst="rect">
            <a:avLst/>
          </a:prstGeom>
        </p:spPr>
        <p:txBody>
          <a:bodyPr vert="horz" lIns="91440" tIns="45720" rIns="91440" bIns="45720" rtlCol="0" anchor="ctr"/>
          <a:lstStyle>
            <a:lvl1pPr algn="r">
              <a:defRPr sz="1200">
                <a:solidFill>
                  <a:schemeClr val="tx1">
                    <a:tint val="82000"/>
                  </a:schemeClr>
                </a:solidFill>
                <a:latin typeface="Meiryo UI" panose="020B0604030504040204" pitchFamily="34" charset="-128"/>
                <a:ea typeface="Meiryo UI" panose="020B0604030504040204" pitchFamily="34" charset="-128"/>
              </a:defRPr>
            </a:lvl1pPr>
          </a:lstStyle>
          <a:p>
            <a:fld id="{C9FB15DA-11C7-0141-B5F8-718388A4C1C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35C30F11-3F8B-CE6B-E532-40370230081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eiryo UI" panose="020B0604030504040204" pitchFamily="34" charset="-128"/>
                <a:ea typeface="Meiryo UI" panose="020B0604030504040204" pitchFamily="34" charset="-128"/>
              </a:defRPr>
            </a:lvl1pPr>
          </a:lstStyle>
          <a:p>
            <a:endParaRPr lang="ja-JP" altLang="en-US"/>
          </a:p>
        </p:txBody>
      </p:sp>
    </p:spTree>
    <p:extLst>
      <p:ext uri="{BB962C8B-B14F-4D97-AF65-F5344CB8AC3E}">
        <p14:creationId xmlns:p14="http://schemas.microsoft.com/office/powerpoint/2010/main" val="187053219"/>
      </p:ext>
    </p:extLst>
  </p:cSld>
  <p:clrMap bg1="lt1" tx1="dk1" bg2="lt2" tx2="dk2" accent1="accent1" accent2="accent2" accent3="accent3" accent4="accent4" accent5="accent5" accent6="accent6" hlink="hlink" folHlink="folHlink"/>
  <p:sldLayoutIdLst>
    <p:sldLayoutId id="2147483652" r:id="rId1"/>
    <p:sldLayoutId id="2147483653" r:id="rId2"/>
  </p:sldLayoutIdLst>
  <p:hf sldNum="0" hdr="0" dt="0"/>
  <p:txStyles>
    <p:titleStyle>
      <a:lvl1pPr algn="l" defTabSz="914400" rtl="0" eaLnBrk="1" latinLnBrk="0" hangingPunct="1">
        <a:lnSpc>
          <a:spcPct val="90000"/>
        </a:lnSpc>
        <a:spcBef>
          <a:spcPct val="0"/>
        </a:spcBef>
        <a:buNone/>
        <a:defRPr kumimoji="1" sz="2400" kern="1200">
          <a:solidFill>
            <a:schemeClr val="tx1"/>
          </a:solidFill>
          <a:latin typeface="Meiryo UI" panose="020B0604030504040204" pitchFamily="34" charset="-128"/>
          <a:ea typeface="Meiryo UI" panose="020B0604030504040204"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000" kern="1200">
          <a:solidFill>
            <a:schemeClr val="tx1"/>
          </a:solidFill>
          <a:latin typeface="Meiryo UI" panose="020B0604030504040204" pitchFamily="34" charset="-128"/>
          <a:ea typeface="Meiryo UI"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34" charset="-128"/>
          <a:ea typeface="Meiryo UI" panose="020B0604030504040204"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eiryo UI" panose="020B0604030504040204" pitchFamily="34" charset="-128"/>
          <a:ea typeface="Meiryo UI" panose="020B0604030504040204"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Meiryo UI" panose="020B0604030504040204" pitchFamily="34" charset="-128"/>
          <a:ea typeface="Meiryo UI" panose="020B0604030504040204"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Meiryo UI" panose="020B0604030504040204" pitchFamily="34" charset="-128"/>
          <a:ea typeface="Meiryo UI"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wrap="square"/>
          <a:lstStyle/>
          <a:p>
            <a:pPr marL="274320" indent="-182880">
              <a:lnSpc>
                <a:spcPts val="2200"/>
              </a:lnSpc>
              <a:defRPr sz="1800" b="0" i="0">
                <a:solidFill>
                  <a:srgbClr val="333333"/>
                </a:solidFill>
                <a:latin typeface="Meiryo UI"/>
              </a:defRPr>
            </a:pPr>
            <a:r>
              <a:rPr lang="ja-JP" altLang="en-US"/>
              <a:t>テンプレートからブランドに沿った高品質スライドを自動生成</a:t>
            </a:r>
          </a:p>
          <a:p>
            <a:pPr marL="274320" indent="-182880">
              <a:lnSpc>
                <a:spcPts val="2200"/>
              </a:lnSpc>
              <a:defRPr sz="1800" b="0" i="0">
                <a:solidFill>
                  <a:srgbClr val="333333"/>
                </a:solidFill>
                <a:latin typeface="Meiryo UI"/>
              </a:defRPr>
            </a:pPr>
            <a:r>
              <a:rPr lang="ja-JP" altLang="en-US"/>
              <a:t>提案書作成工数を </a:t>
            </a:r>
            <a:r>
              <a:rPr lang="en-US" altLang="ja-JP" dirty="0"/>
              <a:t>70〜80% </a:t>
            </a:r>
            <a:r>
              <a:rPr lang="ja-JP" altLang="en-US"/>
              <a:t>削減し、営業・コンサルの負荷を軽減</a:t>
            </a:r>
          </a:p>
          <a:p>
            <a:pPr marL="274320" indent="-182880">
              <a:lnSpc>
                <a:spcPts val="2200"/>
              </a:lnSpc>
              <a:defRPr sz="1800" b="0" i="0">
                <a:solidFill>
                  <a:srgbClr val="333333"/>
                </a:solidFill>
                <a:latin typeface="Meiryo UI"/>
              </a:defRPr>
            </a:pPr>
            <a:r>
              <a:rPr lang="ja-JP" altLang="en-US"/>
              <a:t>ブランド統一と自動チェックで、体裁崩れや品質ばらつきを防止</a:t>
            </a:r>
          </a:p>
          <a:p>
            <a:pPr marL="274320" indent="-182880">
              <a:lnSpc>
                <a:spcPts val="2200"/>
              </a:lnSpc>
              <a:defRPr sz="1800" b="0" i="0">
                <a:solidFill>
                  <a:srgbClr val="333333"/>
                </a:solidFill>
                <a:latin typeface="Meiryo UI"/>
              </a:defRPr>
            </a:pPr>
            <a:r>
              <a:rPr lang="ja-JP" altLang="en-US"/>
              <a:t>多様な入力形式・クロスプラットフォーム・</a:t>
            </a:r>
            <a:r>
              <a:rPr lang="en" altLang="ja-JP" dirty="0"/>
              <a:t>OSS </a:t>
            </a:r>
            <a:r>
              <a:rPr lang="ja-JP" altLang="en-US"/>
              <a:t>で柔軟に展開可能</a:t>
            </a:r>
            <a:endParaRPr lang="en-US" altLang="ja-JP" dirty="0"/>
          </a:p>
          <a:p>
            <a:pPr marL="274320" indent="-182880">
              <a:lnSpc>
                <a:spcPts val="2200"/>
              </a:lnSpc>
              <a:defRPr sz="1800" b="0" i="0">
                <a:solidFill>
                  <a:srgbClr val="333333"/>
                </a:solidFill>
                <a:latin typeface="Meiryo UI"/>
              </a:defRPr>
            </a:pPr>
            <a:endParaRPr lang="en-US" altLang="ja-JP" dirty="0"/>
          </a:p>
          <a:p>
            <a:pPr marL="91440" indent="0">
              <a:lnSpc>
                <a:spcPts val="2200"/>
              </a:lnSpc>
              <a:buNone/>
              <a:defRPr sz="1800" b="0" i="0">
                <a:solidFill>
                  <a:srgbClr val="333333"/>
                </a:solidFill>
                <a:latin typeface="Meiryo UI"/>
              </a:defRPr>
            </a:pPr>
            <a:r>
              <a:rPr lang="ja-JP" altLang="en-US"/>
              <a:t>・改行が入ってしまっているので改行がないように文章を短くして欲しい</a:t>
            </a:r>
            <a:endParaRPr lang="ja-JP" altLang="en-US" dirty="0"/>
          </a:p>
        </p:txBody>
      </p:sp>
      <p:sp>
        <p:nvSpPr>
          <p:cNvPr id="3" name="Content Placeholder 2"/>
          <p:cNvSpPr>
            <a:spLocks noGrp="1"/>
          </p:cNvSpPr>
          <p:nvPr>
            <p:ph idx="14"/>
          </p:nvPr>
        </p:nvSpPr>
        <p:spPr/>
        <p:txBody>
          <a:bodyPr/>
          <a:lstStyle/>
          <a:p>
            <a:pPr marL="274320" indent="-182880">
              <a:lnSpc>
                <a:spcPts val="2200"/>
              </a:lnSpc>
              <a:defRPr sz="1800" b="0" i="0">
                <a:solidFill>
                  <a:srgbClr val="333333"/>
                </a:solidFill>
                <a:latin typeface="Meiryo UI"/>
              </a:defRPr>
            </a:pPr>
            <a:r>
              <a:rPr lang="ja-JP" altLang="en-US"/>
              <a:t>テンプレートからの自動生成：ブランドに沿った高品質プレゼンを自動生成</a:t>
            </a:r>
          </a:p>
          <a:p>
            <a:pPr marL="274320" indent="-182880">
              <a:lnSpc>
                <a:spcPts val="2200"/>
              </a:lnSpc>
              <a:defRPr sz="1800" b="0" i="0">
                <a:solidFill>
                  <a:srgbClr val="333333"/>
                </a:solidFill>
                <a:latin typeface="Meiryo UI"/>
              </a:defRPr>
            </a:pPr>
            <a:r>
              <a:rPr lang="ja-JP" altLang="en-US"/>
              <a:t>柔軟な生成モード：動的モードで章構成を自由に組み替え可能</a:t>
            </a:r>
          </a:p>
          <a:p>
            <a:pPr marL="274320" indent="-182880">
              <a:lnSpc>
                <a:spcPts val="2200"/>
              </a:lnSpc>
              <a:defRPr sz="1800" b="0" i="0">
                <a:solidFill>
                  <a:srgbClr val="333333"/>
                </a:solidFill>
                <a:latin typeface="Meiryo UI"/>
              </a:defRPr>
            </a:pPr>
            <a:r>
              <a:rPr lang="ja-JP" altLang="en-US"/>
              <a:t>静的生成モード：定型レポートを毎回同じ構成で確実に生成</a:t>
            </a:r>
          </a:p>
          <a:p>
            <a:pPr marL="274320" indent="-182880">
              <a:lnSpc>
                <a:spcPts val="2200"/>
              </a:lnSpc>
              <a:defRPr sz="1800" b="0" i="0">
                <a:solidFill>
                  <a:srgbClr val="333333"/>
                </a:solidFill>
                <a:latin typeface="Meiryo UI"/>
              </a:defRPr>
            </a:pPr>
            <a:r>
              <a:rPr lang="en" altLang="ja-JP" dirty="0"/>
              <a:t>JSON</a:t>
            </a:r>
            <a:r>
              <a:rPr lang="ja-JP" altLang="en"/>
              <a:t>・</a:t>
            </a:r>
            <a:r>
              <a:rPr lang="en" altLang="ja-JP" dirty="0"/>
              <a:t>Markdown</a:t>
            </a:r>
            <a:r>
              <a:rPr lang="ja-JP" altLang="en"/>
              <a:t>・</a:t>
            </a:r>
            <a:r>
              <a:rPr lang="en" altLang="ja-JP" dirty="0"/>
              <a:t>PDF</a:t>
            </a:r>
            <a:r>
              <a:rPr lang="ja-JP" altLang="en"/>
              <a:t>・</a:t>
            </a:r>
            <a:r>
              <a:rPr lang="en" altLang="ja-JP" dirty="0"/>
              <a:t>HTML </a:t>
            </a:r>
            <a:r>
              <a:rPr lang="ja-JP" altLang="en-US"/>
              <a:t>など多様な入力データに対応</a:t>
            </a:r>
            <a:endParaRPr lang="en-US" altLang="ja-JP" dirty="0"/>
          </a:p>
          <a:p>
            <a:pPr marL="274320" indent="-182880">
              <a:lnSpc>
                <a:spcPts val="2200"/>
              </a:lnSpc>
              <a:defRPr sz="1800" b="0" i="0">
                <a:solidFill>
                  <a:srgbClr val="333333"/>
                </a:solidFill>
                <a:latin typeface="Meiryo UI"/>
              </a:defRPr>
            </a:pPr>
            <a:endParaRPr lang="en-US" altLang="ja-JP" dirty="0"/>
          </a:p>
          <a:p>
            <a:pPr marL="91440" indent="0">
              <a:lnSpc>
                <a:spcPts val="2200"/>
              </a:lnSpc>
              <a:buNone/>
              <a:defRPr sz="1800" b="0" i="0">
                <a:solidFill>
                  <a:srgbClr val="333333"/>
                </a:solidFill>
                <a:latin typeface="Meiryo UI"/>
              </a:defRPr>
            </a:pPr>
            <a:r>
              <a:rPr lang="ja-JP" altLang="en-US"/>
              <a:t>・改行が入ってしまっているので改行がないように文章を短くして欲しい</a:t>
            </a:r>
            <a:endParaRPr lang="en-US" altLang="ja-JP" dirty="0"/>
          </a:p>
          <a:p>
            <a:pPr marL="91440" indent="0">
              <a:lnSpc>
                <a:spcPts val="2200"/>
              </a:lnSpc>
              <a:buNone/>
              <a:defRPr sz="1800" b="0" i="0">
                <a:solidFill>
                  <a:srgbClr val="333333"/>
                </a:solidFill>
                <a:latin typeface="Meiryo UI"/>
              </a:defRPr>
            </a:pPr>
            <a:r>
              <a:rPr lang="ja-JP" altLang="en-US"/>
              <a:t>・動的モードと静的モードのコントラストをもう少しわかりやすくしてほしい</a:t>
            </a:r>
          </a:p>
          <a:p>
            <a:endParaRPr dirty="0"/>
          </a:p>
        </p:txBody>
      </p:sp>
      <p:sp>
        <p:nvSpPr>
          <p:cNvPr id="4" name="Subtitle 3"/>
          <p:cNvSpPr>
            <a:spLocks noGrp="1"/>
          </p:cNvSpPr>
          <p:nvPr>
            <p:ph type="subTitle" idx="15"/>
          </p:nvPr>
        </p:nvSpPr>
        <p:spPr/>
        <p:txBody>
          <a:bodyPr>
            <a:normAutofit fontScale="92500" lnSpcReduction="20000"/>
          </a:bodyPr>
          <a:lstStyle/>
          <a:p>
            <a:pPr>
              <a:defRPr sz="2000" b="0" i="0">
                <a:solidFill>
                  <a:srgbClr val="000000"/>
                </a:solidFill>
                <a:latin typeface="Meiryo UI"/>
              </a:defRPr>
            </a:pPr>
            <a:r>
              <a:t>テンプレート活用と生成モード</a:t>
            </a:r>
          </a:p>
        </p:txBody>
      </p:sp>
      <p:sp>
        <p:nvSpPr>
          <p:cNvPr id="5" name="Title 4"/>
          <p:cNvSpPr>
            <a:spLocks noGrp="1"/>
          </p:cNvSpPr>
          <p:nvPr>
            <p:ph type="title"/>
          </p:nvPr>
        </p:nvSpPr>
        <p:spPr/>
        <p:txBody>
          <a:bodyPr>
            <a:normAutofit fontScale="90000"/>
          </a:bodyPr>
          <a:lstStyle/>
          <a:p>
            <a:pPr>
              <a:defRPr sz="2400" b="0" i="0">
                <a:solidFill>
                  <a:srgbClr val="000000"/>
                </a:solidFill>
                <a:latin typeface="Meiryo UI"/>
              </a:defRPr>
            </a:pPr>
            <a:r>
              <a:rPr lang="ja-JP" altLang="en-US"/>
              <a:t>提案資料作成を自動化し、時間とブランド品質を同時に確保</a:t>
            </a:r>
            <a:br>
              <a:rPr lang="en-US" dirty="0"/>
            </a:br>
            <a:r>
              <a:rPr dirty="0" err="1"/>
              <a:t>テンプレート駆動の自動生成で、誰でも高品質な資料を即時作成</a:t>
            </a:r>
            <a:br>
              <a:rPr lang="en-US" dirty="0"/>
            </a:br>
            <a:r>
              <a:rPr lang="en-US" dirty="0" err="1"/>
              <a:t>依頼</a:t>
            </a:r>
            <a:r>
              <a:rPr lang="en-US" dirty="0"/>
              <a:t>: メッセージが2行になっているので1行にまとめてほしい</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wrap="square"/>
          <a:lstStyle/>
          <a:p>
            <a:pPr marL="274320" indent="-182880">
              <a:lnSpc>
                <a:spcPts val="2200"/>
              </a:lnSpc>
              <a:defRPr sz="1800" b="0" i="0">
                <a:solidFill>
                  <a:srgbClr val="333333"/>
                </a:solidFill>
                <a:latin typeface="Meiryo UI"/>
              </a:defRPr>
            </a:pPr>
            <a:r>
              <a:rPr lang="ja-JP" altLang="en-US"/>
              <a:t>クロスプラットフォーム：</a:t>
            </a:r>
            <a:r>
              <a:rPr lang="en" altLang="ja-JP" dirty="0"/>
              <a:t>Mac</a:t>
            </a:r>
            <a:r>
              <a:rPr lang="ja-JP" altLang="en"/>
              <a:t>・</a:t>
            </a:r>
            <a:r>
              <a:rPr lang="en" altLang="ja-JP" dirty="0"/>
              <a:t>Linux</a:t>
            </a:r>
            <a:r>
              <a:rPr lang="ja-JP" altLang="en"/>
              <a:t>・</a:t>
            </a:r>
            <a:r>
              <a:rPr lang="en" altLang="ja-JP" dirty="0"/>
              <a:t>Windows </a:t>
            </a:r>
            <a:r>
              <a:rPr lang="ja-JP" altLang="en-US"/>
              <a:t>で同一フローが動作</a:t>
            </a:r>
          </a:p>
          <a:p>
            <a:pPr marL="274320" indent="-182880">
              <a:lnSpc>
                <a:spcPts val="2200"/>
              </a:lnSpc>
              <a:defRPr sz="1800" b="0" i="0">
                <a:solidFill>
                  <a:srgbClr val="333333"/>
                </a:solidFill>
                <a:latin typeface="Meiryo UI"/>
              </a:defRPr>
            </a:pPr>
            <a:r>
              <a:rPr lang="ja-JP" altLang="en-US"/>
              <a:t>環境差異を意識せず、組織全体で統一プロセスを適用可能</a:t>
            </a:r>
          </a:p>
          <a:p>
            <a:pPr marL="274320" indent="-182880">
              <a:lnSpc>
                <a:spcPts val="2200"/>
              </a:lnSpc>
              <a:defRPr sz="1800" b="0" i="0">
                <a:solidFill>
                  <a:srgbClr val="333333"/>
                </a:solidFill>
                <a:latin typeface="Meiryo UI"/>
              </a:defRPr>
            </a:pPr>
            <a:r>
              <a:rPr lang="en" altLang="ja-JP" dirty="0"/>
              <a:t>OSS </a:t>
            </a:r>
            <a:r>
              <a:rPr lang="ja-JP" altLang="en-US"/>
              <a:t>で拡張可能：</a:t>
            </a:r>
            <a:r>
              <a:rPr lang="en" altLang="ja-JP" dirty="0"/>
              <a:t>MIT </a:t>
            </a:r>
            <a:r>
              <a:rPr lang="ja-JP" altLang="en-US"/>
              <a:t>ライセンスで公開し、自由なカスタマイズが可能</a:t>
            </a:r>
          </a:p>
          <a:p>
            <a:pPr marL="274320" indent="-182880">
              <a:lnSpc>
                <a:spcPts val="2200"/>
              </a:lnSpc>
              <a:defRPr sz="1800" b="0" i="0">
                <a:solidFill>
                  <a:srgbClr val="333333"/>
                </a:solidFill>
                <a:latin typeface="Meiryo UI"/>
              </a:defRPr>
            </a:pPr>
            <a:r>
              <a:rPr lang="ja-JP" altLang="en-US"/>
              <a:t>自社要件や既存ワークフローに合わせたプラグイン・連携開発が容易</a:t>
            </a:r>
            <a:endParaRPr lang="en-US" altLang="ja-JP" dirty="0"/>
          </a:p>
          <a:p>
            <a:pPr marL="274320" indent="-182880">
              <a:lnSpc>
                <a:spcPts val="2200"/>
              </a:lnSpc>
              <a:defRPr sz="1800" b="0" i="0">
                <a:solidFill>
                  <a:srgbClr val="333333"/>
                </a:solidFill>
                <a:latin typeface="Meiryo UI"/>
              </a:defRPr>
            </a:pPr>
            <a:endParaRPr lang="en-US" altLang="ja-JP" dirty="0"/>
          </a:p>
          <a:p>
            <a:pPr marL="274320" indent="-182880">
              <a:lnSpc>
                <a:spcPts val="2200"/>
              </a:lnSpc>
              <a:defRPr sz="1800" b="0" i="0">
                <a:solidFill>
                  <a:srgbClr val="333333"/>
                </a:solidFill>
                <a:latin typeface="Meiryo UI"/>
              </a:defRPr>
            </a:pPr>
            <a:r>
              <a:rPr lang="ja-JP" altLang="en-US"/>
              <a:t>改行が入ってしまっているので改行がないように文章を短くして欲しい</a:t>
            </a:r>
          </a:p>
          <a:p>
            <a:pPr marL="274320" indent="-182880">
              <a:lnSpc>
                <a:spcPts val="2200"/>
              </a:lnSpc>
              <a:defRPr sz="1800" b="0" i="0">
                <a:solidFill>
                  <a:srgbClr val="333333"/>
                </a:solidFill>
                <a:latin typeface="Meiryo UI"/>
              </a:defRPr>
            </a:pPr>
            <a:r>
              <a:rPr lang="ja-JP" altLang="en-US"/>
              <a:t>もう</a:t>
            </a:r>
            <a:r>
              <a:rPr lang="en-US" altLang="ja-JP" dirty="0"/>
              <a:t>2</a:t>
            </a:r>
            <a:r>
              <a:rPr lang="ja-JP" altLang="en-US"/>
              <a:t>つほど要素を追加して欲しい</a:t>
            </a:r>
            <a:endParaRPr lang="en-US" altLang="ja-JP" dirty="0"/>
          </a:p>
          <a:p>
            <a:pPr marL="274320" indent="-182880">
              <a:lnSpc>
                <a:spcPts val="2200"/>
              </a:lnSpc>
              <a:defRPr sz="1800" b="0" i="0">
                <a:solidFill>
                  <a:srgbClr val="333333"/>
                </a:solidFill>
                <a:latin typeface="Meiryo UI"/>
              </a:defRPr>
            </a:pPr>
            <a:endParaRPr lang="ja-JP" altLang="en-US" dirty="0"/>
          </a:p>
        </p:txBody>
      </p:sp>
      <p:sp>
        <p:nvSpPr>
          <p:cNvPr id="3" name="Content Placeholder 2"/>
          <p:cNvSpPr>
            <a:spLocks noGrp="1"/>
          </p:cNvSpPr>
          <p:nvPr>
            <p:ph idx="14"/>
          </p:nvPr>
        </p:nvSpPr>
        <p:spPr/>
        <p:txBody>
          <a:bodyPr/>
          <a:lstStyle/>
          <a:p>
            <a:pPr marL="274320" indent="-182880">
              <a:lnSpc>
                <a:spcPts val="2200"/>
              </a:lnSpc>
              <a:defRPr sz="1800" b="0" i="0">
                <a:solidFill>
                  <a:srgbClr val="333333"/>
                </a:solidFill>
                <a:latin typeface="Meiryo UI"/>
              </a:defRPr>
            </a:pPr>
            <a:r>
              <a:rPr lang="ja-JP" altLang="en-US"/>
              <a:t>作業工数削減：提案書作成工数を </a:t>
            </a:r>
            <a:r>
              <a:rPr lang="en-US" altLang="ja-JP" dirty="0"/>
              <a:t>70〜80% </a:t>
            </a:r>
            <a:r>
              <a:rPr lang="ja-JP" altLang="en-US"/>
              <a:t>削減</a:t>
            </a:r>
          </a:p>
          <a:p>
            <a:pPr marL="274320" indent="-182880">
              <a:lnSpc>
                <a:spcPts val="2200"/>
              </a:lnSpc>
              <a:defRPr sz="1800" b="0" i="0">
                <a:solidFill>
                  <a:srgbClr val="333333"/>
                </a:solidFill>
                <a:latin typeface="Meiryo UI"/>
              </a:defRPr>
            </a:pPr>
            <a:r>
              <a:rPr lang="ja-JP" altLang="en-US"/>
              <a:t>資料作成負荷を軽減し、本来業務に集中可能</a:t>
            </a:r>
          </a:p>
          <a:p>
            <a:pPr marL="274320" indent="-182880">
              <a:lnSpc>
                <a:spcPts val="2200"/>
              </a:lnSpc>
              <a:defRPr sz="1800" b="0" i="0">
                <a:solidFill>
                  <a:srgbClr val="333333"/>
                </a:solidFill>
                <a:latin typeface="Meiryo UI"/>
              </a:defRPr>
            </a:pPr>
            <a:r>
              <a:rPr lang="en-US" altLang="ja-JP" dirty="0"/>
              <a:t>30</a:t>
            </a:r>
            <a:r>
              <a:rPr lang="ja-JP" altLang="en-US"/>
              <a:t>スライド規模の提案書を </a:t>
            </a:r>
            <a:r>
              <a:rPr lang="en-US" altLang="ja-JP" dirty="0"/>
              <a:t>1 </a:t>
            </a:r>
            <a:r>
              <a:rPr lang="ja-JP" altLang="en-US"/>
              <a:t>分以内に自動生成</a:t>
            </a:r>
          </a:p>
        </p:txBody>
      </p:sp>
      <p:sp>
        <p:nvSpPr>
          <p:cNvPr id="4" name="Subtitle 3"/>
          <p:cNvSpPr>
            <a:spLocks noGrp="1"/>
          </p:cNvSpPr>
          <p:nvPr>
            <p:ph type="subTitle" idx="15"/>
          </p:nvPr>
        </p:nvSpPr>
        <p:spPr/>
        <p:txBody>
          <a:bodyPr>
            <a:normAutofit fontScale="32500" lnSpcReduction="20000"/>
          </a:bodyPr>
          <a:lstStyle/>
          <a:p>
            <a:pPr>
              <a:defRPr sz="2000" b="0" i="0">
                <a:solidFill>
                  <a:srgbClr val="000000"/>
                </a:solidFill>
                <a:latin typeface="Meiryo UI"/>
              </a:defRPr>
            </a:pPr>
            <a:r>
              <a:rPr lang="ja-JP" altLang="en-US"/>
              <a:t>導入容易性と拡張性</a:t>
            </a:r>
            <a:br>
              <a:rPr lang="en-US" dirty="0"/>
            </a:br>
            <a:r>
              <a:rPr dirty="0" err="1"/>
              <a:t>作業効率とスピード向上</a:t>
            </a:r>
            <a:br>
              <a:rPr lang="en-US" dirty="0"/>
            </a:br>
            <a:r>
              <a:rPr lang="en-US" dirty="0" err="1"/>
              <a:t>依頼</a:t>
            </a:r>
            <a:r>
              <a:rPr lang="en-US" dirty="0"/>
              <a:t>: 1行にして</a:t>
            </a:r>
            <a:endParaRPr dirty="0"/>
          </a:p>
        </p:txBody>
      </p:sp>
      <p:sp>
        <p:nvSpPr>
          <p:cNvPr id="5" name="Title 4"/>
          <p:cNvSpPr>
            <a:spLocks noGrp="1"/>
          </p:cNvSpPr>
          <p:nvPr>
            <p:ph type="title"/>
          </p:nvPr>
        </p:nvSpPr>
        <p:spPr/>
        <p:txBody>
          <a:bodyPr/>
          <a:lstStyle/>
          <a:p>
            <a:pPr>
              <a:defRPr sz="2400" b="0" i="0">
                <a:solidFill>
                  <a:srgbClr val="000000"/>
                </a:solidFill>
                <a:latin typeface="Meiryo UI"/>
              </a:defRPr>
            </a:pPr>
            <a:r>
              <a:rPr lang="ja-JP" altLang="en-US"/>
              <a:t>クロスプラットフォームかつ </a:t>
            </a:r>
            <a:r>
              <a:rPr lang="en" altLang="ja-JP" dirty="0"/>
              <a:t>OSS </a:t>
            </a:r>
            <a:r>
              <a:rPr lang="ja-JP" altLang="en-US"/>
              <a:t>として、柔軟に拡張・展開可能</a:t>
            </a:r>
            <a:br>
              <a:rPr lang="en-US" dirty="0"/>
            </a:br>
            <a:r>
              <a:rPr dirty="0" err="1"/>
              <a:t>工数を</a:t>
            </a:r>
            <a:r>
              <a:rPr dirty="0"/>
              <a:t> 70～80% 削減し、30枚の提案書を 1 </a:t>
            </a:r>
            <a:r>
              <a:rPr dirty="0" err="1"/>
              <a:t>分以内に生成</a:t>
            </a:r>
            <a:endParaRPr dirty="0"/>
          </a:p>
        </p:txBody>
      </p:sp>
      <p:sp>
        <p:nvSpPr>
          <p:cNvPr id="6" name="Num"/>
          <p:cNvSpPr txBox="1"/>
          <p:nvPr/>
        </p:nvSpPr>
        <p:spPr>
          <a:xfrm>
            <a:off x="8610600" y="6356350"/>
            <a:ext cx="3268980" cy="365125"/>
          </a:xfrm>
          <a:prstGeom prst="rect">
            <a:avLst/>
          </a:prstGeom>
          <a:noFill/>
        </p:spPr>
        <p:txBody>
          <a:bodyPr wrap="none">
            <a:spAutoFit/>
          </a:bodyPr>
          <a:lstStyle/>
          <a:p>
            <a:pPr algn="r">
              <a:defRPr sz="2000" b="0" i="0">
                <a:solidFill>
                  <a:srgbClr val="000000"/>
                </a:solidFill>
                <a:latin typeface="Meiryo UI"/>
              </a:defRPr>
            </a:pPr>
            <a:r>
              <a:t>6</a:t>
            </a:r>
          </a:p>
        </p:txBody>
      </p:sp>
    </p:spTree>
  </p:cSld>
  <p:clrMapOvr>
    <a:masterClrMapping/>
  </p:clrMapOvr>
</p:sld>
</file>

<file path=ppt/theme/theme1.xml><?xml version="1.0" encoding="utf-8"?>
<a:theme xmlns:a="http://schemas.openxmlformats.org/drawingml/2006/main" name="Theme">
  <a:themeElements>
    <a:clrScheme name="yurak">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941100"/>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スケルトン_private" id="{091D9AE9-F9AF-9D43-B7A5-019DF01AC8C0}" vid="{81A269FE-9877-6146-A5A8-3FC08D766AF0}"/>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Template>
  <TotalTime>118</TotalTime>
  <Words>365</Words>
  <Application>Microsoft Macintosh PowerPoint</Application>
  <PresentationFormat>ワイド画面</PresentationFormat>
  <Paragraphs>30</Paragraphs>
  <Slides>2</Slides>
  <Notes>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vt:i4>
      </vt:variant>
    </vt:vector>
  </HeadingPairs>
  <TitlesOfParts>
    <vt:vector size="6" baseType="lpstr">
      <vt:lpstr>Meiryo UI</vt:lpstr>
      <vt:lpstr>游ゴシック</vt:lpstr>
      <vt:lpstr>Arial</vt:lpstr>
      <vt:lpstr>Theme</vt:lpstr>
      <vt:lpstr>提案資料作成を自動化し、時間とブランド品質を同時に確保 テンプレート駆動の自動生成で、誰でも高品質な資料を即時作成 依頼: メッセージが2行になっているので1行にまとめてほしい</vt:lpstr>
      <vt:lpstr>クロスプラットフォームかつ OSS として、柔軟に拡張・展開可能 工数を 70～80% 削減し、30枚の提案書を 1 分以内に生成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伸一 浦川</dc:creator>
  <cp:lastModifiedBy>浦川 佑介／市統E／TEAMS (Urakawa Yusuke)</cp:lastModifiedBy>
  <cp:revision>35</cp:revision>
  <dcterms:created xsi:type="dcterms:W3CDTF">2025-10-05T16:43:33Z</dcterms:created>
  <dcterms:modified xsi:type="dcterms:W3CDTF">2025-12-30T12:33:16Z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2025-01-15T06:08:58Z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6c85d350-3774-4a07-b584-8e226920281f</vt:lpwstr>
  </property>
  <property fmtid="{D5CDD505-2E9C-101B-9397-08002B2CF9AE}" pid="7" name="MSIP_Label_defa4170-0d19-0005-0004-bc88714345d2_ActionId">
    <vt:lpwstr>43fd5171-489b-4f15-803f-93687a87a119</vt:lpwstr>
  </property>
  <property fmtid="{D5CDD505-2E9C-101B-9397-08002B2CF9AE}" pid="8" name="MSIP_Label_defa4170-0d19-0005-0004-bc88714345d2_ContentBits">
    <vt:lpwstr>0</vt:lpwstr>
  </property>
</Properties>
</file>