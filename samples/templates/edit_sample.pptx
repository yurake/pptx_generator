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Stage5 Edit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Lead: ここを最終メッセージに差し替えて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この箇条書きを2行にまとめて</a:t>
            </a:r>
          </a:p>
          <a:p>
            <a:r>
              <a:t>- 会社名はそのまま維持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[指示] このスライド全体の要約を2文に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