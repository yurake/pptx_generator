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  <a:srgbClr val="FFEBE7"/>
    <a:srgbClr val="FCF5FA"/>
    <a:srgbClr val="FDEEE5"/>
    <a:srgbClr val="FFDFD9"/>
    <a:srgbClr val="FF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9"/>
    <p:restoredTop sz="94828"/>
  </p:normalViewPr>
  <p:slideViewPr>
    <p:cSldViewPr snapToGrid="0">
      <p:cViewPr varScale="1">
        <p:scale>
          <a:sx n="135" d="100"/>
          <a:sy n="135" d="100"/>
        </p:scale>
        <p:origin x="9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749C5-FFD9-114C-B10A-D0464B391B79}" type="datetimeFigureOut">
              <a:rPr kumimoji="1" lang="ja-JP" altLang="en-US" smtClean="0"/>
              <a:t>2025/12/7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5317E-5330-4C47-B57A-8234620E5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66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D84DCE-C051-03DE-B1D6-1DF19D1D5F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Sub Title">
            <a:extLst>
              <a:ext uri="{FF2B5EF4-FFF2-40B4-BE49-F238E27FC236}">
                <a16:creationId xmlns:a16="http://schemas.microsoft.com/office/drawing/2014/main" id="{98383E1F-BA14-DAB2-1331-9B75C673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2420" y="5248894"/>
            <a:ext cx="11567159" cy="866900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名前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07FAC22B-6CD8-8517-1E80-7DAE2D5A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15DA-11C7-0141-B5F8-718388A4C1C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1">
            <a:extLst>
              <a:ext uri="{FF2B5EF4-FFF2-40B4-BE49-F238E27FC236}">
                <a16:creationId xmlns:a16="http://schemas.microsoft.com/office/drawing/2014/main" id="{3A870BA1-F4D1-7DCE-933C-62413C8412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12419" y="463139"/>
            <a:ext cx="11567157" cy="62939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7214F02D-2D38-0E5D-6C46-AEA066F785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337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ヘッドライン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en-US" altLang="ja-JP" dirty="0"/>
              <a:t>Body1</a:t>
            </a:r>
            <a:endParaRPr kumimoji="1" lang="ja-JP" altLang="en-US"/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98333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2420" y="1591294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en-US" altLang="ja-JP" dirty="0"/>
              <a:t>Body Left</a:t>
            </a:r>
            <a:endParaRPr kumimoji="1" lang="ja-JP" altLang="en-US"/>
          </a:p>
        </p:txBody>
      </p:sp>
      <p:sp>
        <p:nvSpPr>
          <p:cNvPr id="4" name="Body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26206" y="1591293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en-US" altLang="ja-JP" dirty="0"/>
              <a:t>Body Right</a:t>
            </a:r>
            <a:endParaRPr kumimoji="1" lang="ja-JP" altLang="en-US"/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ヘッドライン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07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2420" y="1591294"/>
            <a:ext cx="11567160" cy="4585669"/>
          </a:xfrm>
        </p:spPr>
        <p:txBody>
          <a:bodyPr anchor="ctr">
            <a:normAutofit/>
          </a:bodyPr>
          <a:lstStyle>
            <a:lvl1pPr algn="ctr"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サマリー</a:t>
            </a:r>
          </a:p>
        </p:txBody>
      </p:sp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Sub Title">
            <a:extLst>
              <a:ext uri="{FF2B5EF4-FFF2-40B4-BE49-F238E27FC236}">
                <a16:creationId xmlns:a16="http://schemas.microsoft.com/office/drawing/2014/main" id="{0B24CCB9-A19B-FA92-B794-CE72BE6CD61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Main Message">
            <a:extLst>
              <a:ext uri="{FF2B5EF4-FFF2-40B4-BE49-F238E27FC236}">
                <a16:creationId xmlns:a16="http://schemas.microsoft.com/office/drawing/2014/main" id="{F78E5913-8F1F-46E0-8662-AC268664D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ヘッドライン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307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61DBA7-724F-AFFD-6136-B32B3F07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8C0CFD-645B-EDDD-3915-45AB5089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420" y="1591294"/>
            <a:ext cx="11567160" cy="458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979FF-2A1C-1D6E-A8A6-4B724D11E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68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C30F11-3F8B-CE6B-E532-403702300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70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653" r:id="rId3"/>
    <p:sldLayoutId id="2147483655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eme">
  <a:themeElements>
    <a:clrScheme name="yura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941100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スケルトン_private" id="{091D9AE9-F9AF-9D43-B7A5-019DF01AC8C0}" vid="{81A269FE-9877-6146-A5A8-3FC08D766AF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115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Meiryo UI</vt:lpstr>
      <vt:lpstr>游ゴシック</vt:lpstr>
      <vt:lpstr>Arial</vt:lpstr>
      <vt:lpstr>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伸一 浦川</dc:creator>
  <cp:lastModifiedBy>浦川 佑介／市統E／TEAMS (Urakawa Yusuke)</cp:lastModifiedBy>
  <cp:revision>34</cp:revision>
  <dcterms:created xsi:type="dcterms:W3CDTF">2025-10-05T16:43:33Z</dcterms:created>
  <dcterms:modified xsi:type="dcterms:W3CDTF">2025-12-07T00:55:34Z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2025-01-15T06:08:58Z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6c85d350-3774-4a07-b584-8e226920281f</vt:lpwstr>
  </property>
  <property fmtid="{D5CDD505-2E9C-101B-9397-08002B2CF9AE}" pid="7" name="MSIP_Label_defa4170-0d19-0005-0004-bc88714345d2_ActionId">
    <vt:lpwstr>43fd5171-489b-4f15-803f-93687a87a119</vt:lpwstr>
  </property>
  <property fmtid="{D5CDD505-2E9C-101B-9397-08002B2CF9AE}" pid="8" name="MSIP_Label_defa4170-0d19-0005-0004-bc88714345d2_ContentBits">
    <vt:lpwstr>0</vt:lpwstr>
  </property>
</Properties>
</file>