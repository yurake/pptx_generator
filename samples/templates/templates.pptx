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7676"/>
    <a:srgbClr val="FFEBE7"/>
    <a:srgbClr val="FCF5FA"/>
    <a:srgbClr val="FDEEE5"/>
    <a:srgbClr val="FFDFD9"/>
    <a:srgbClr val="FFD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/>
    <p:restoredTop sz="94911"/>
  </p:normalViewPr>
  <p:slideViewPr>
    <p:cSldViewPr snapToGrid="0">
      <p:cViewPr varScale="1">
        <p:scale>
          <a:sx n="120" d="100"/>
          <a:sy n="120" d="100"/>
        </p:scale>
        <p:origin x="10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749C5-FFD9-114C-B10A-D0464B391B79}" type="datetimeFigureOut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B5317E-5330-4C47-B57A-8234620E53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9661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D84DCE-C051-03DE-B1D6-1DF19D1D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418" y="2134590"/>
            <a:ext cx="11567158" cy="2588820"/>
          </a:xfrm>
        </p:spPr>
        <p:txBody>
          <a:bodyPr anchor="ctr">
            <a:normAutofit/>
          </a:bodyPr>
          <a:lstStyle>
            <a:lvl1pPr algn="l">
              <a:defRPr sz="4000" b="1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Sub Title">
            <a:extLst>
              <a:ext uri="{FF2B5EF4-FFF2-40B4-BE49-F238E27FC236}">
                <a16:creationId xmlns:a16="http://schemas.microsoft.com/office/drawing/2014/main" id="{98383E1F-BA14-DAB2-1331-9B75C6731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420" y="5248894"/>
            <a:ext cx="11567159" cy="866900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07FAC22B-6CD8-8517-1E80-7DAE2D5A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15DA-11C7-0141-B5F8-718388A4C1C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Text1">
            <a:extLst>
              <a:ext uri="{FF2B5EF4-FFF2-40B4-BE49-F238E27FC236}">
                <a16:creationId xmlns:a16="http://schemas.microsoft.com/office/drawing/2014/main" id="{3A870BA1-F4D1-7DCE-933C-62413C8412F8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12419" y="463139"/>
            <a:ext cx="11567157" cy="629391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Logo">
            <a:extLst>
              <a:ext uri="{FF2B5EF4-FFF2-40B4-BE49-F238E27FC236}">
                <a16:creationId xmlns:a16="http://schemas.microsoft.com/office/drawing/2014/main" id="{7214F02D-2D38-0E5D-6C46-AEA066F785D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965176" y="17813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43371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Cover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um">
            <a:extLst>
              <a:ext uri="{FF2B5EF4-FFF2-40B4-BE49-F238E27FC236}">
                <a16:creationId xmlns:a16="http://schemas.microsoft.com/office/drawing/2014/main" id="{2132AAD4-F547-CCCC-FA45-D2D977DB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D7D20AF3-74A4-EA6A-7F2A-C03F94D0D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418" y="2134590"/>
            <a:ext cx="11567158" cy="2588820"/>
          </a:xfrm>
        </p:spPr>
        <p:txBody>
          <a:bodyPr anchor="ctr">
            <a:normAutofit/>
          </a:bodyPr>
          <a:lstStyle>
            <a:lvl1pPr algn="l">
              <a:defRPr sz="4000" b="1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4" name="Section Sub Title">
            <a:extLst>
              <a:ext uri="{FF2B5EF4-FFF2-40B4-BE49-F238E27FC236}">
                <a16:creationId xmlns:a16="http://schemas.microsoft.com/office/drawing/2014/main" id="{7BFF003A-4DBB-9861-C311-1FCA49BD8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417" y="4845702"/>
            <a:ext cx="11567159" cy="8669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Logo">
            <a:extLst>
              <a:ext uri="{FF2B5EF4-FFF2-40B4-BE49-F238E27FC236}">
                <a16:creationId xmlns:a16="http://schemas.microsoft.com/office/drawing/2014/main" id="{4BC56AA8-8228-D08D-0833-F41D7D6FDB3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965176" y="17813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7790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Cover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um">
            <a:extLst>
              <a:ext uri="{FF2B5EF4-FFF2-40B4-BE49-F238E27FC236}">
                <a16:creationId xmlns:a16="http://schemas.microsoft.com/office/drawing/2014/main" id="{2132AAD4-F547-CCCC-FA45-D2D977DB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D7D20AF3-74A4-EA6A-7F2A-C03F94D0D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418" y="2134590"/>
            <a:ext cx="11567158" cy="2588820"/>
          </a:xfrm>
        </p:spPr>
        <p:txBody>
          <a:bodyPr anchor="ctr">
            <a:normAutofit/>
          </a:bodyPr>
          <a:lstStyle>
            <a:lvl1pPr algn="ctr">
              <a:defRPr sz="4000" b="1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4" name="Section Sub Title">
            <a:extLst>
              <a:ext uri="{FF2B5EF4-FFF2-40B4-BE49-F238E27FC236}">
                <a16:creationId xmlns:a16="http://schemas.microsoft.com/office/drawing/2014/main" id="{7BFF003A-4DBB-9861-C311-1FCA49BD8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417" y="4845702"/>
            <a:ext cx="11567159" cy="866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Logo">
            <a:extLst>
              <a:ext uri="{FF2B5EF4-FFF2-40B4-BE49-F238E27FC236}">
                <a16:creationId xmlns:a16="http://schemas.microsoft.com/office/drawing/2014/main" id="{4BC56AA8-8228-D08D-0833-F41D7D6FDB3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965176" y="17813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609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Agenda">
            <a:extLst>
              <a:ext uri="{FF2B5EF4-FFF2-40B4-BE49-F238E27FC236}">
                <a16:creationId xmlns:a16="http://schemas.microsoft.com/office/drawing/2014/main" id="{67FE441F-46D6-37C5-59B1-23F540F0D0B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12420" y="593766"/>
            <a:ext cx="11567160" cy="5540704"/>
          </a:xfrm>
        </p:spPr>
        <p:txBody>
          <a:bodyPr>
            <a:normAutofit/>
          </a:bodyPr>
          <a:lstStyle>
            <a:lvl1pPr marL="342900" indent="-342900">
              <a:lnSpc>
                <a:spcPct val="150000"/>
              </a:lnSpc>
              <a:buFont typeface="+mj-lt"/>
              <a:buAutoNum type="arabicPeriod"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800100" indent="-342900">
              <a:lnSpc>
                <a:spcPct val="150000"/>
              </a:lnSpc>
              <a:buFont typeface="+mj-lt"/>
              <a:buAutoNum type="arabicPeriod"/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 marL="1257300" indent="-342900">
              <a:lnSpc>
                <a:spcPct val="150000"/>
              </a:lnSpc>
              <a:buFont typeface="+mj-lt"/>
              <a:buAutoNum type="arabicPeriod"/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buFont typeface="+mj-lt"/>
              <a:buAutoNum type="arabicPeriod"/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buFont typeface="+mj-lt"/>
              <a:buAutoNum type="arabicPeriod"/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目次</a:t>
            </a:r>
            <a:r>
              <a:rPr kumimoji="1" lang="en-US" altLang="ja-JP" dirty="0"/>
              <a:t>1</a:t>
            </a:r>
          </a:p>
          <a:p>
            <a:pPr lvl="0"/>
            <a:r>
              <a:rPr kumimoji="1" lang="ja-JP" altLang="en-US"/>
              <a:t>目次</a:t>
            </a:r>
            <a:r>
              <a:rPr kumimoji="1" lang="en-US" altLang="ja-JP" dirty="0"/>
              <a:t>2</a:t>
            </a:r>
          </a:p>
          <a:p>
            <a:pPr lvl="1"/>
            <a:r>
              <a:rPr kumimoji="1" lang="ja-JP" altLang="en-US"/>
              <a:t>目次</a:t>
            </a:r>
            <a:r>
              <a:rPr kumimoji="1" lang="en-US" altLang="ja-JP" dirty="0"/>
              <a:t>2-1</a:t>
            </a:r>
          </a:p>
          <a:p>
            <a:pPr lvl="1"/>
            <a:r>
              <a:rPr kumimoji="1" lang="ja-JP" altLang="en-US"/>
              <a:t>目次</a:t>
            </a:r>
            <a:r>
              <a:rPr kumimoji="1" lang="en-US" altLang="ja-JP" dirty="0"/>
              <a:t>2-2</a:t>
            </a:r>
          </a:p>
          <a:p>
            <a:pPr lvl="2"/>
            <a:r>
              <a:rPr kumimoji="1" lang="ja-JP" altLang="en-US"/>
              <a:t>目次</a:t>
            </a:r>
            <a:r>
              <a:rPr kumimoji="1" lang="en-US" altLang="ja-JP" dirty="0"/>
              <a:t>2-2-1</a:t>
            </a:r>
          </a:p>
          <a:p>
            <a:pPr lvl="2"/>
            <a:r>
              <a:rPr kumimoji="1" lang="ja-JP" altLang="en-US"/>
              <a:t>目次</a:t>
            </a:r>
            <a:r>
              <a:rPr kumimoji="1" lang="en-US" altLang="ja-JP" dirty="0"/>
              <a:t>2-2-2</a:t>
            </a:r>
          </a:p>
          <a:p>
            <a:pPr lvl="0"/>
            <a:endParaRPr kumimoji="1" lang="en-US" altLang="ja-JP" dirty="0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E2C3996E-840E-0D63-ADDD-8028F4E39F1F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4" name="Logo">
            <a:extLst>
              <a:ext uri="{FF2B5EF4-FFF2-40B4-BE49-F238E27FC236}">
                <a16:creationId xmlns:a16="http://schemas.microsoft.com/office/drawing/2014/main" id="{2574E9EA-BCA3-2FB2-1B75-DE58A3A28D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965176" y="17813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0662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Message">
            <a:extLst>
              <a:ext uri="{FF2B5EF4-FFF2-40B4-BE49-F238E27FC236}">
                <a16:creationId xmlns:a16="http://schemas.microsoft.com/office/drawing/2014/main" id="{1C878911-0E99-4C7F-A17C-E4C6E06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CFB8029D-253E-8847-5284-0B7DE07D1472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983333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Message">
            <a:extLst>
              <a:ext uri="{FF2B5EF4-FFF2-40B4-BE49-F238E27FC236}">
                <a16:creationId xmlns:a16="http://schemas.microsoft.com/office/drawing/2014/main" id="{1C878911-0E99-4C7F-A17C-E4C6E06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Body Upper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5"/>
            <a:ext cx="11567160" cy="2178500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CFB8029D-253E-8847-5284-0B7DE07D1472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4" name="Body Lower">
            <a:extLst>
              <a:ext uri="{FF2B5EF4-FFF2-40B4-BE49-F238E27FC236}">
                <a16:creationId xmlns:a16="http://schemas.microsoft.com/office/drawing/2014/main" id="{54576AC8-9679-29EF-9701-3F7B113F435E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3973823"/>
            <a:ext cx="11567160" cy="2178500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47242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5653374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Body Right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6206" y="1591293"/>
            <a:ext cx="5653374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761077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Highlight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5653374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Body Upper Right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6206" y="1591293"/>
            <a:ext cx="5653374" cy="2205455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Lower Right">
            <a:extLst>
              <a:ext uri="{FF2B5EF4-FFF2-40B4-BE49-F238E27FC236}">
                <a16:creationId xmlns:a16="http://schemas.microsoft.com/office/drawing/2014/main" id="{9FC0B867-A5A4-87A2-DE03-45FCC27FE667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26206" y="3984640"/>
            <a:ext cx="5653374" cy="2205455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536528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Highlight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6206" y="1604426"/>
            <a:ext cx="5653374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Body Upper Right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04800" y="1591293"/>
            <a:ext cx="5653374" cy="2205455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Lower Right">
            <a:extLst>
              <a:ext uri="{FF2B5EF4-FFF2-40B4-BE49-F238E27FC236}">
                <a16:creationId xmlns:a16="http://schemas.microsoft.com/office/drawing/2014/main" id="{9FC0B867-A5A4-87A2-DE03-45FCC27FE667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04800" y="3984640"/>
            <a:ext cx="5653374" cy="2205455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155528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Rows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Message">
            <a:extLst>
              <a:ext uri="{FF2B5EF4-FFF2-40B4-BE49-F238E27FC236}">
                <a16:creationId xmlns:a16="http://schemas.microsoft.com/office/drawing/2014/main" id="{1C878911-0E99-4C7F-A17C-E4C6E06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Body Upper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61479"/>
            <a:ext cx="11567160" cy="147425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CFB8029D-253E-8847-5284-0B7DE07D1472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4" name="Body Center">
            <a:extLst>
              <a:ext uri="{FF2B5EF4-FFF2-40B4-BE49-F238E27FC236}">
                <a16:creationId xmlns:a16="http://schemas.microsoft.com/office/drawing/2014/main" id="{54576AC8-9679-29EF-9701-3F7B113F435E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3150863"/>
            <a:ext cx="11567160" cy="147425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Body Lower">
            <a:extLst>
              <a:ext uri="{FF2B5EF4-FFF2-40B4-BE49-F238E27FC236}">
                <a16:creationId xmlns:a16="http://schemas.microsoft.com/office/drawing/2014/main" id="{FA07E7B8-D212-D217-1091-50152F4AC6F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12420" y="4737149"/>
            <a:ext cx="11567160" cy="147425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43536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Rows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Message">
            <a:extLst>
              <a:ext uri="{FF2B5EF4-FFF2-40B4-BE49-F238E27FC236}">
                <a16:creationId xmlns:a16="http://schemas.microsoft.com/office/drawing/2014/main" id="{1C878911-0E99-4C7F-A17C-E4C6E06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Body 1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61480"/>
            <a:ext cx="11567160" cy="104484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CFB8029D-253E-8847-5284-0B7DE07D1472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4" name="Body 2">
            <a:extLst>
              <a:ext uri="{FF2B5EF4-FFF2-40B4-BE49-F238E27FC236}">
                <a16:creationId xmlns:a16="http://schemas.microsoft.com/office/drawing/2014/main" id="{54576AC8-9679-29EF-9701-3F7B113F435E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2756732"/>
            <a:ext cx="11567160" cy="104484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</p:txBody>
      </p:sp>
      <p:sp>
        <p:nvSpPr>
          <p:cNvPr id="5" name="Body 3">
            <a:extLst>
              <a:ext uri="{FF2B5EF4-FFF2-40B4-BE49-F238E27FC236}">
                <a16:creationId xmlns:a16="http://schemas.microsoft.com/office/drawing/2014/main" id="{FA07E7B8-D212-D217-1091-50152F4AC6F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12420" y="3951984"/>
            <a:ext cx="11567160" cy="104484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</p:txBody>
      </p:sp>
      <p:sp>
        <p:nvSpPr>
          <p:cNvPr id="8" name="Body 4">
            <a:extLst>
              <a:ext uri="{FF2B5EF4-FFF2-40B4-BE49-F238E27FC236}">
                <a16:creationId xmlns:a16="http://schemas.microsoft.com/office/drawing/2014/main" id="{312D6D4A-B8EE-FE74-76F3-254DD41205F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12420" y="5147237"/>
            <a:ext cx="11567160" cy="104484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579378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utive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um">
            <a:extLst>
              <a:ext uri="{FF2B5EF4-FFF2-40B4-BE49-F238E27FC236}">
                <a16:creationId xmlns:a16="http://schemas.microsoft.com/office/drawing/2014/main" id="{2132AAD4-F547-CCCC-FA45-D2D977DB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Body Left">
            <a:extLst>
              <a:ext uri="{FF2B5EF4-FFF2-40B4-BE49-F238E27FC236}">
                <a16:creationId xmlns:a16="http://schemas.microsoft.com/office/drawing/2014/main" id="{7B149B07-CB7B-C7B6-FB18-70AACAA25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5653374" cy="310379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Body Right">
            <a:extLst>
              <a:ext uri="{FF2B5EF4-FFF2-40B4-BE49-F238E27FC236}">
                <a16:creationId xmlns:a16="http://schemas.microsoft.com/office/drawing/2014/main" id="{3C5981A5-53AB-2A96-23B1-0250880281D9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26206" y="1591293"/>
            <a:ext cx="5653374" cy="310379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Main Message">
            <a:extLst>
              <a:ext uri="{FF2B5EF4-FFF2-40B4-BE49-F238E27FC236}">
                <a16:creationId xmlns:a16="http://schemas.microsoft.com/office/drawing/2014/main" id="{C0959A2F-C74F-1E54-D422-213606370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Notes">
            <a:extLst>
              <a:ext uri="{FF2B5EF4-FFF2-40B4-BE49-F238E27FC236}">
                <a16:creationId xmlns:a16="http://schemas.microsoft.com/office/drawing/2014/main" id="{DE1A8BED-AC36-F65C-FC5E-2702BCCE3F6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4861347"/>
            <a:ext cx="11567160" cy="1328438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91182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2"/>
            <a:ext cx="3781700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Right">
            <a:extLst>
              <a:ext uri="{FF2B5EF4-FFF2-40B4-BE49-F238E27FC236}">
                <a16:creationId xmlns:a16="http://schemas.microsoft.com/office/drawing/2014/main" id="{2EEED239-1A49-F825-CBFF-45D4ECE2CC5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97880" y="1591291"/>
            <a:ext cx="3781700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Body Center">
            <a:extLst>
              <a:ext uri="{FF2B5EF4-FFF2-40B4-BE49-F238E27FC236}">
                <a16:creationId xmlns:a16="http://schemas.microsoft.com/office/drawing/2014/main" id="{85A53F95-8813-EFA1-C060-8EA2C910BB8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205150" y="1591292"/>
            <a:ext cx="3781700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2199438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4" name="Body Upper Left">
            <a:extLst>
              <a:ext uri="{FF2B5EF4-FFF2-40B4-BE49-F238E27FC236}">
                <a16:creationId xmlns:a16="http://schemas.microsoft.com/office/drawing/2014/main" id="{8A4AE622-2B74-149A-7807-80FBC57B4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5653374" cy="2221581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Body Upper Right">
            <a:extLst>
              <a:ext uri="{FF2B5EF4-FFF2-40B4-BE49-F238E27FC236}">
                <a16:creationId xmlns:a16="http://schemas.microsoft.com/office/drawing/2014/main" id="{E8023149-B3EA-BB3B-36E0-A3C74242B43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6206" y="1591293"/>
            <a:ext cx="5653374" cy="2221581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Body Lower Left">
            <a:extLst>
              <a:ext uri="{FF2B5EF4-FFF2-40B4-BE49-F238E27FC236}">
                <a16:creationId xmlns:a16="http://schemas.microsoft.com/office/drawing/2014/main" id="{8EA73BA8-1280-2BE6-D8C9-F512F875FC4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3973820"/>
            <a:ext cx="5653374" cy="2221581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1" name="Body Lower Right">
            <a:extLst>
              <a:ext uri="{FF2B5EF4-FFF2-40B4-BE49-F238E27FC236}">
                <a16:creationId xmlns:a16="http://schemas.microsoft.com/office/drawing/2014/main" id="{11A5CEEE-E1C5-0DA2-2EEB-571E170B834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6226206" y="3973819"/>
            <a:ext cx="5653374" cy="2221581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449955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Upper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3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Upper Right">
            <a:extLst>
              <a:ext uri="{FF2B5EF4-FFF2-40B4-BE49-F238E27FC236}">
                <a16:creationId xmlns:a16="http://schemas.microsoft.com/office/drawing/2014/main" id="{2EEED239-1A49-F825-CBFF-45D4ECE2CC5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97880" y="1591292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Body Upper Center">
            <a:extLst>
              <a:ext uri="{FF2B5EF4-FFF2-40B4-BE49-F238E27FC236}">
                <a16:creationId xmlns:a16="http://schemas.microsoft.com/office/drawing/2014/main" id="{85A53F95-8813-EFA1-C060-8EA2C910BB8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205150" y="1591293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Body Lower Left">
            <a:extLst>
              <a:ext uri="{FF2B5EF4-FFF2-40B4-BE49-F238E27FC236}">
                <a16:creationId xmlns:a16="http://schemas.microsoft.com/office/drawing/2014/main" id="{81EC92E9-7946-3875-E399-6725BED6D86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3901560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Body Lower Right">
            <a:extLst>
              <a:ext uri="{FF2B5EF4-FFF2-40B4-BE49-F238E27FC236}">
                <a16:creationId xmlns:a16="http://schemas.microsoft.com/office/drawing/2014/main" id="{39751B24-1939-D5A9-DDA0-881F58947E4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8097880" y="3901559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Body Lower Center">
            <a:extLst>
              <a:ext uri="{FF2B5EF4-FFF2-40B4-BE49-F238E27FC236}">
                <a16:creationId xmlns:a16="http://schemas.microsoft.com/office/drawing/2014/main" id="{B1990B82-9093-C239-8EDB-70B5827F6687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4205150" y="3901560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41650202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ne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Top Left">
            <a:extLst>
              <a:ext uri="{FF2B5EF4-FFF2-40B4-BE49-F238E27FC236}">
                <a16:creationId xmlns:a16="http://schemas.microsoft.com/office/drawing/2014/main" id="{FB963832-79BB-498E-BE1A-C65C8AB26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608672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3" name="Body Top Right">
            <a:extLst>
              <a:ext uri="{FF2B5EF4-FFF2-40B4-BE49-F238E27FC236}">
                <a16:creationId xmlns:a16="http://schemas.microsoft.com/office/drawing/2014/main" id="{F5002FC5-201D-4B69-5693-1EA18B47292A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97880" y="1608672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Body Top Center">
            <a:extLst>
              <a:ext uri="{FF2B5EF4-FFF2-40B4-BE49-F238E27FC236}">
                <a16:creationId xmlns:a16="http://schemas.microsoft.com/office/drawing/2014/main" id="{F27C0FD8-04A1-1B05-3638-DD57EC0D2C5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205150" y="1608672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2" name="Body Middle Left">
            <a:extLst>
              <a:ext uri="{FF2B5EF4-FFF2-40B4-BE49-F238E27FC236}">
                <a16:creationId xmlns:a16="http://schemas.microsoft.com/office/drawing/2014/main" id="{CAE5E5C6-8C6C-35AA-F674-23E1FBE9DA4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319123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3" name="Body Middle Right">
            <a:extLst>
              <a:ext uri="{FF2B5EF4-FFF2-40B4-BE49-F238E27FC236}">
                <a16:creationId xmlns:a16="http://schemas.microsoft.com/office/drawing/2014/main" id="{928F9211-8C1F-0FE9-5B1E-A2D75527D46C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8097880" y="319123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4" name="Body Center">
            <a:extLst>
              <a:ext uri="{FF2B5EF4-FFF2-40B4-BE49-F238E27FC236}">
                <a16:creationId xmlns:a16="http://schemas.microsoft.com/office/drawing/2014/main" id="{1584CD1B-0FED-02E6-64D0-42284F21985E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4205150" y="319123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Body Bottom Left">
            <a:extLst>
              <a:ext uri="{FF2B5EF4-FFF2-40B4-BE49-F238E27FC236}">
                <a16:creationId xmlns:a16="http://schemas.microsoft.com/office/drawing/2014/main" id="{0AE8A9A9-8B8C-4411-E821-5D0AFEF6A0EA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12420" y="477379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Body Bottom Right">
            <a:extLst>
              <a:ext uri="{FF2B5EF4-FFF2-40B4-BE49-F238E27FC236}">
                <a16:creationId xmlns:a16="http://schemas.microsoft.com/office/drawing/2014/main" id="{AE118ADB-118E-2CA8-B355-97A3955F9A51}"/>
              </a:ext>
            </a:extLst>
          </p:cNvPr>
          <p:cNvSpPr>
            <a:spLocks noGrp="1"/>
          </p:cNvSpPr>
          <p:nvPr>
            <p:ph idx="23"/>
          </p:nvPr>
        </p:nvSpPr>
        <p:spPr>
          <a:xfrm>
            <a:off x="8097880" y="477379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Body Bottom Center">
            <a:extLst>
              <a:ext uri="{FF2B5EF4-FFF2-40B4-BE49-F238E27FC236}">
                <a16:creationId xmlns:a16="http://schemas.microsoft.com/office/drawing/2014/main" id="{7130CD87-FF91-23A6-138D-FF885FCBF82A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4205150" y="477379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42385439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Key 1">
            <a:extLst>
              <a:ext uri="{FF2B5EF4-FFF2-40B4-BE49-F238E27FC236}">
                <a16:creationId xmlns:a16="http://schemas.microsoft.com/office/drawing/2014/main" id="{FB963832-79BB-498E-BE1A-C65C8AB26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608672"/>
            <a:ext cx="3027128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Value 1">
            <a:extLst>
              <a:ext uri="{FF2B5EF4-FFF2-40B4-BE49-F238E27FC236}">
                <a16:creationId xmlns:a16="http://schemas.microsoft.com/office/drawing/2014/main" id="{F27C0FD8-04A1-1B05-3638-DD57EC0D2C5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498574" y="1608672"/>
            <a:ext cx="8381006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2" name="Key 2">
            <a:extLst>
              <a:ext uri="{FF2B5EF4-FFF2-40B4-BE49-F238E27FC236}">
                <a16:creationId xmlns:a16="http://schemas.microsoft.com/office/drawing/2014/main" id="{CAE5E5C6-8C6C-35AA-F674-23E1FBE9DA4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3191231"/>
            <a:ext cx="3027128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Value 2">
            <a:extLst>
              <a:ext uri="{FF2B5EF4-FFF2-40B4-BE49-F238E27FC236}">
                <a16:creationId xmlns:a16="http://schemas.microsoft.com/office/drawing/2014/main" id="{1584CD1B-0FED-02E6-64D0-42284F21985E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3498574" y="3191231"/>
            <a:ext cx="8381006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Key 3">
            <a:extLst>
              <a:ext uri="{FF2B5EF4-FFF2-40B4-BE49-F238E27FC236}">
                <a16:creationId xmlns:a16="http://schemas.microsoft.com/office/drawing/2014/main" id="{0AE8A9A9-8B8C-4411-E821-5D0AFEF6A0EA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12420" y="4773791"/>
            <a:ext cx="3027128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7" name="Value 3">
            <a:extLst>
              <a:ext uri="{FF2B5EF4-FFF2-40B4-BE49-F238E27FC236}">
                <a16:creationId xmlns:a16="http://schemas.microsoft.com/office/drawing/2014/main" id="{7130CD87-FF91-23A6-138D-FF885FCBF82A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3498574" y="4773791"/>
            <a:ext cx="8381006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4793187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Key 1">
            <a:extLst>
              <a:ext uri="{FF2B5EF4-FFF2-40B4-BE49-F238E27FC236}">
                <a16:creationId xmlns:a16="http://schemas.microsoft.com/office/drawing/2014/main" id="{384916AB-8F47-C906-C9B1-B9EEBCFD6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688184"/>
            <a:ext cx="3027128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Value 1">
            <a:extLst>
              <a:ext uri="{FF2B5EF4-FFF2-40B4-BE49-F238E27FC236}">
                <a16:creationId xmlns:a16="http://schemas.microsoft.com/office/drawing/2014/main" id="{EE74ACA6-216E-AF1E-178F-5D7B89540954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498574" y="1688184"/>
            <a:ext cx="8381006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Key 2">
            <a:extLst>
              <a:ext uri="{FF2B5EF4-FFF2-40B4-BE49-F238E27FC236}">
                <a16:creationId xmlns:a16="http://schemas.microsoft.com/office/drawing/2014/main" id="{9230C2C0-9010-B2FC-8C34-57F066C5B0E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2845415"/>
            <a:ext cx="3027128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Value 2">
            <a:extLst>
              <a:ext uri="{FF2B5EF4-FFF2-40B4-BE49-F238E27FC236}">
                <a16:creationId xmlns:a16="http://schemas.microsoft.com/office/drawing/2014/main" id="{08FA3604-85E6-1A78-DB9B-053D376C090F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3498574" y="2845415"/>
            <a:ext cx="8381006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Key 3">
            <a:extLst>
              <a:ext uri="{FF2B5EF4-FFF2-40B4-BE49-F238E27FC236}">
                <a16:creationId xmlns:a16="http://schemas.microsoft.com/office/drawing/2014/main" id="{19EF46FA-8E54-5400-6FBE-031161060CD6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12420" y="4002646"/>
            <a:ext cx="3027128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Value 3">
            <a:extLst>
              <a:ext uri="{FF2B5EF4-FFF2-40B4-BE49-F238E27FC236}">
                <a16:creationId xmlns:a16="http://schemas.microsoft.com/office/drawing/2014/main" id="{EE1EE74C-6CEC-D66E-6D15-EE5735A6D10D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3498574" y="4002646"/>
            <a:ext cx="8381006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6" name="Key 4">
            <a:extLst>
              <a:ext uri="{FF2B5EF4-FFF2-40B4-BE49-F238E27FC236}">
                <a16:creationId xmlns:a16="http://schemas.microsoft.com/office/drawing/2014/main" id="{79F2713B-680A-B222-04A7-E2E018370A7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312420" y="5159877"/>
            <a:ext cx="3027128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8" name="Value 4">
            <a:extLst>
              <a:ext uri="{FF2B5EF4-FFF2-40B4-BE49-F238E27FC236}">
                <a16:creationId xmlns:a16="http://schemas.microsoft.com/office/drawing/2014/main" id="{00EF169E-6F97-DBF2-3F61-A7F433628022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3498574" y="5159877"/>
            <a:ext cx="8381006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1795217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Key 1">
            <a:extLst>
              <a:ext uri="{FF2B5EF4-FFF2-40B4-BE49-F238E27FC236}">
                <a16:creationId xmlns:a16="http://schemas.microsoft.com/office/drawing/2014/main" id="{384916AB-8F47-C906-C9B1-B9EEBCFD6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688184"/>
            <a:ext cx="3027128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Value 1">
            <a:extLst>
              <a:ext uri="{FF2B5EF4-FFF2-40B4-BE49-F238E27FC236}">
                <a16:creationId xmlns:a16="http://schemas.microsoft.com/office/drawing/2014/main" id="{EE74ACA6-216E-AF1E-178F-5D7B89540954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498574" y="1688184"/>
            <a:ext cx="8381006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Key 2">
            <a:extLst>
              <a:ext uri="{FF2B5EF4-FFF2-40B4-BE49-F238E27FC236}">
                <a16:creationId xmlns:a16="http://schemas.microsoft.com/office/drawing/2014/main" id="{9230C2C0-9010-B2FC-8C34-57F066C5B0E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2611799"/>
            <a:ext cx="3027128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Value 2">
            <a:extLst>
              <a:ext uri="{FF2B5EF4-FFF2-40B4-BE49-F238E27FC236}">
                <a16:creationId xmlns:a16="http://schemas.microsoft.com/office/drawing/2014/main" id="{08FA3604-85E6-1A78-DB9B-053D376C090F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3498574" y="2611799"/>
            <a:ext cx="8381006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Key 3">
            <a:extLst>
              <a:ext uri="{FF2B5EF4-FFF2-40B4-BE49-F238E27FC236}">
                <a16:creationId xmlns:a16="http://schemas.microsoft.com/office/drawing/2014/main" id="{19EF46FA-8E54-5400-6FBE-031161060CD6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12420" y="3535414"/>
            <a:ext cx="3027128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Value 3">
            <a:extLst>
              <a:ext uri="{FF2B5EF4-FFF2-40B4-BE49-F238E27FC236}">
                <a16:creationId xmlns:a16="http://schemas.microsoft.com/office/drawing/2014/main" id="{EE1EE74C-6CEC-D66E-6D15-EE5735A6D10D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3498574" y="3535414"/>
            <a:ext cx="8381006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6" name="Key 5">
            <a:extLst>
              <a:ext uri="{FF2B5EF4-FFF2-40B4-BE49-F238E27FC236}">
                <a16:creationId xmlns:a16="http://schemas.microsoft.com/office/drawing/2014/main" id="{79F2713B-680A-B222-04A7-E2E018370A7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312420" y="5382644"/>
            <a:ext cx="3027128" cy="741600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8" name="Value 5">
            <a:extLst>
              <a:ext uri="{FF2B5EF4-FFF2-40B4-BE49-F238E27FC236}">
                <a16:creationId xmlns:a16="http://schemas.microsoft.com/office/drawing/2014/main" id="{00EF169E-6F97-DBF2-3F61-A7F433628022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3498574" y="5382644"/>
            <a:ext cx="8381006" cy="741600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Key 4">
            <a:extLst>
              <a:ext uri="{FF2B5EF4-FFF2-40B4-BE49-F238E27FC236}">
                <a16:creationId xmlns:a16="http://schemas.microsoft.com/office/drawing/2014/main" id="{9099A763-EF8E-0DA1-0B96-6444779B20C3}"/>
              </a:ext>
            </a:extLst>
          </p:cNvPr>
          <p:cNvSpPr>
            <a:spLocks noGrp="1"/>
          </p:cNvSpPr>
          <p:nvPr>
            <p:ph idx="27"/>
          </p:nvPr>
        </p:nvSpPr>
        <p:spPr>
          <a:xfrm>
            <a:off x="312420" y="4459029"/>
            <a:ext cx="3027128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Value 4">
            <a:extLst>
              <a:ext uri="{FF2B5EF4-FFF2-40B4-BE49-F238E27FC236}">
                <a16:creationId xmlns:a16="http://schemas.microsoft.com/office/drawing/2014/main" id="{40709A5F-ABF9-3D53-5E50-17B06BD2EC84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3498574" y="4459029"/>
            <a:ext cx="8381006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9822458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 1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7859"/>
            <a:ext cx="513943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Flow 2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740151" y="1597859"/>
            <a:ext cx="513943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Flow Image Arrow 1">
            <a:extLst>
              <a:ext uri="{FF2B5EF4-FFF2-40B4-BE49-F238E27FC236}">
                <a16:creationId xmlns:a16="http://schemas.microsoft.com/office/drawing/2014/main" id="{75F21B69-4754-060E-E03A-D4FEF929AD3A}"/>
              </a:ext>
            </a:extLst>
          </p:cNvPr>
          <p:cNvSpPr/>
          <p:nvPr userDrawn="1"/>
        </p:nvSpPr>
        <p:spPr>
          <a:xfrm>
            <a:off x="5847523" y="3468280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51755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 1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88" y="1597859"/>
            <a:ext cx="3437909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Flow 3">
            <a:extLst>
              <a:ext uri="{FF2B5EF4-FFF2-40B4-BE49-F238E27FC236}">
                <a16:creationId xmlns:a16="http://schemas.microsoft.com/office/drawing/2014/main" id="{2EEED239-1A49-F825-CBFF-45D4ECE2CC5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441671" y="1591291"/>
            <a:ext cx="3437909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Flow 2">
            <a:extLst>
              <a:ext uri="{FF2B5EF4-FFF2-40B4-BE49-F238E27FC236}">
                <a16:creationId xmlns:a16="http://schemas.microsoft.com/office/drawing/2014/main" id="{85A53F95-8813-EFA1-C060-8EA2C910BB8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377046" y="1591292"/>
            <a:ext cx="3437909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Flow Image Arrow 1">
            <a:extLst>
              <a:ext uri="{FF2B5EF4-FFF2-40B4-BE49-F238E27FC236}">
                <a16:creationId xmlns:a16="http://schemas.microsoft.com/office/drawing/2014/main" id="{B6C99085-3D89-DED5-00A6-2719676E26FC}"/>
              </a:ext>
            </a:extLst>
          </p:cNvPr>
          <p:cNvSpPr/>
          <p:nvPr userDrawn="1"/>
        </p:nvSpPr>
        <p:spPr>
          <a:xfrm>
            <a:off x="3815210" y="3461712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Flow Image Arrow 2">
            <a:extLst>
              <a:ext uri="{FF2B5EF4-FFF2-40B4-BE49-F238E27FC236}">
                <a16:creationId xmlns:a16="http://schemas.microsoft.com/office/drawing/2014/main" id="{7A65E277-B479-3438-E69E-68A0A66DB0BF}"/>
              </a:ext>
            </a:extLst>
          </p:cNvPr>
          <p:cNvSpPr/>
          <p:nvPr userDrawn="1"/>
        </p:nvSpPr>
        <p:spPr>
          <a:xfrm>
            <a:off x="7876942" y="3461712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7459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 1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693" y="1597859"/>
            <a:ext cx="217962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4" name="Flow 2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0633" y="1597859"/>
            <a:ext cx="217962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Flow Image Arrow 2">
            <a:extLst>
              <a:ext uri="{FF2B5EF4-FFF2-40B4-BE49-F238E27FC236}">
                <a16:creationId xmlns:a16="http://schemas.microsoft.com/office/drawing/2014/main" id="{75F21B69-4754-060E-E03A-D4FEF929AD3A}"/>
              </a:ext>
            </a:extLst>
          </p:cNvPr>
          <p:cNvSpPr/>
          <p:nvPr userDrawn="1"/>
        </p:nvSpPr>
        <p:spPr>
          <a:xfrm>
            <a:off x="5847523" y="3468280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Flow 3">
            <a:extLst>
              <a:ext uri="{FF2B5EF4-FFF2-40B4-BE49-F238E27FC236}">
                <a16:creationId xmlns:a16="http://schemas.microsoft.com/office/drawing/2014/main" id="{5065A5E0-7CEB-F72B-5022-0A07C6204FED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88573" y="1597859"/>
            <a:ext cx="217962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6" name="Flow 4">
            <a:extLst>
              <a:ext uri="{FF2B5EF4-FFF2-40B4-BE49-F238E27FC236}">
                <a16:creationId xmlns:a16="http://schemas.microsoft.com/office/drawing/2014/main" id="{E8A8F09A-6E73-1D5D-E651-D3ACC303882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9716513" y="1597859"/>
            <a:ext cx="217962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7" name="Flow Image Arrow 1">
            <a:extLst>
              <a:ext uri="{FF2B5EF4-FFF2-40B4-BE49-F238E27FC236}">
                <a16:creationId xmlns:a16="http://schemas.microsoft.com/office/drawing/2014/main" id="{7AC79D2C-789E-8956-CCF0-FFAD2406A49F}"/>
              </a:ext>
            </a:extLst>
          </p:cNvPr>
          <p:cNvSpPr/>
          <p:nvPr userDrawn="1"/>
        </p:nvSpPr>
        <p:spPr>
          <a:xfrm>
            <a:off x="2719583" y="3468280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Flow Image Arrow 3">
            <a:extLst>
              <a:ext uri="{FF2B5EF4-FFF2-40B4-BE49-F238E27FC236}">
                <a16:creationId xmlns:a16="http://schemas.microsoft.com/office/drawing/2014/main" id="{5ED27B52-A2EC-ED8E-3B8B-4E67E15BA5DB}"/>
              </a:ext>
            </a:extLst>
          </p:cNvPr>
          <p:cNvSpPr/>
          <p:nvPr userDrawn="1"/>
        </p:nvSpPr>
        <p:spPr>
          <a:xfrm>
            <a:off x="9045419" y="3468280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01929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11567160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2132AAD4-F547-CCCC-FA45-D2D977DB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8" name="Sub Title">
            <a:extLst>
              <a:ext uri="{FF2B5EF4-FFF2-40B4-BE49-F238E27FC236}">
                <a16:creationId xmlns:a16="http://schemas.microsoft.com/office/drawing/2014/main" id="{0B24CCB9-A19B-FA92-B794-CE72BE6CD614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9" name="Main Message">
            <a:extLst>
              <a:ext uri="{FF2B5EF4-FFF2-40B4-BE49-F238E27FC236}">
                <a16:creationId xmlns:a16="http://schemas.microsoft.com/office/drawing/2014/main" id="{F78E5913-8F1F-46E0-8662-AC268664D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3130705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ogo">
            <a:extLst>
              <a:ext uri="{FF2B5EF4-FFF2-40B4-BE49-F238E27FC236}">
                <a16:creationId xmlns:a16="http://schemas.microsoft.com/office/drawing/2014/main" id="{4BC56AA8-8228-D08D-0833-F41D7D6FDB3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638800" y="297180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755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561DBA7-724F-AFFD-6136-B32B3F072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38C0CFD-645B-EDDD-3915-45AB50898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420" y="1591294"/>
            <a:ext cx="11567160" cy="4585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D2979FF-2A1C-1D6E-A8A6-4B724D11E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2689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5C30F11-3F8B-CE6B-E532-4037023008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87053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64" r:id="rId3"/>
    <p:sldLayoutId id="2147483650" r:id="rId4"/>
    <p:sldLayoutId id="2147483652" r:id="rId5"/>
    <p:sldLayoutId id="2147483672" r:id="rId6"/>
    <p:sldLayoutId id="2147483653" r:id="rId7"/>
    <p:sldLayoutId id="2147483662" r:id="rId8"/>
    <p:sldLayoutId id="2147483663" r:id="rId9"/>
    <p:sldLayoutId id="2147483673" r:id="rId10"/>
    <p:sldLayoutId id="2147483674" r:id="rId11"/>
    <p:sldLayoutId id="2147483658" r:id="rId12"/>
    <p:sldLayoutId id="2147483659" r:id="rId13"/>
    <p:sldLayoutId id="2147483660" r:id="rId14"/>
    <p:sldLayoutId id="2147483671" r:id="rId15"/>
    <p:sldLayoutId id="2147483661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55" r:id="rId23"/>
    <p:sldLayoutId id="2147483675" r:id="rId24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4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heme">
  <a:themeElements>
    <a:clrScheme name="yurak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941100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スケルトン_private" id="{091D9AE9-F9AF-9D43-B7A5-019DF01AC8C0}" vid="{81A269FE-9877-6146-A5A8-3FC08D766AF0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115</TotalTime>
  <Words>0</Words>
  <Application>Microsoft Macintosh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4" baseType="lpstr">
      <vt:lpstr>Meiryo UI</vt:lpstr>
      <vt:lpstr>游ゴシック</vt:lpstr>
      <vt:lpstr>Arial</vt:lpstr>
      <vt:lpstr>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伸一 浦川</dc:creator>
  <cp:lastModifiedBy>浦川 佑介／市統E／TEAMS (Urakawa Yusuke)</cp:lastModifiedBy>
  <cp:revision>33</cp:revision>
  <dcterms:created xsi:type="dcterms:W3CDTF">2025-10-05T16:43:33Z</dcterms:created>
  <dcterms:modified xsi:type="dcterms:W3CDTF">2025-11-10T14:28:27Z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2025-01-15T06:08:58Z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6c85d350-3774-4a07-b584-8e226920281f</vt:lpwstr>
  </property>
  <property fmtid="{D5CDD505-2E9C-101B-9397-08002B2CF9AE}" pid="7" name="MSIP_Label_defa4170-0d19-0005-0004-bc88714345d2_ActionId">
    <vt:lpwstr>43fd5171-489b-4f15-803f-93687a87a119</vt:lpwstr>
  </property>
  <property fmtid="{D5CDD505-2E9C-101B-9397-08002B2CF9AE}" pid="8" name="MSIP_Label_defa4170-0d19-0005-0004-bc88714345d2_ContentBits">
    <vt:lpwstr>0</vt:lpwstr>
  </property>
</Properties>
</file>