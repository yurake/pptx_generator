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8" r:id="rId1"/>
  </p:sldMasterIdLst>
  <p:sldIdLst>
    <p:sldId id="256" r:id="rId2"/>
    <p:sldId id="257" r:id="rId3"/>
    <p:sldId id="258" r:id="rId4"/>
  </p:sldIdLst>
  <p:sldSz cx="7945438" cy="289877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492"/>
    <p:restoredTop sz="96286"/>
  </p:normalViewPr>
  <p:slideViewPr>
    <p:cSldViewPr snapToGrid="0">
      <p:cViewPr varScale="1">
        <p:scale>
          <a:sx n="211" d="100"/>
          <a:sy n="211" d="100"/>
        </p:scale>
        <p:origin x="208" y="10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93180" y="474406"/>
            <a:ext cx="5959079" cy="1009203"/>
          </a:xfrm>
        </p:spPr>
        <p:txBody>
          <a:bodyPr anchor="b"/>
          <a:lstStyle>
            <a:lvl1pPr algn="ctr">
              <a:defRPr sz="2536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93180" y="1522528"/>
            <a:ext cx="5959079" cy="699866"/>
          </a:xfrm>
        </p:spPr>
        <p:txBody>
          <a:bodyPr/>
          <a:lstStyle>
            <a:lvl1pPr marL="0" indent="0" algn="ctr">
              <a:buNone/>
              <a:defRPr sz="1014"/>
            </a:lvl1pPr>
            <a:lvl2pPr marL="193258" indent="0" algn="ctr">
              <a:buNone/>
              <a:defRPr sz="845"/>
            </a:lvl2pPr>
            <a:lvl3pPr marL="386517" indent="0" algn="ctr">
              <a:buNone/>
              <a:defRPr sz="761"/>
            </a:lvl3pPr>
            <a:lvl4pPr marL="579775" indent="0" algn="ctr">
              <a:buNone/>
              <a:defRPr sz="676"/>
            </a:lvl4pPr>
            <a:lvl5pPr marL="773034" indent="0" algn="ctr">
              <a:buNone/>
              <a:defRPr sz="676"/>
            </a:lvl5pPr>
            <a:lvl6pPr marL="966292" indent="0" algn="ctr">
              <a:buNone/>
              <a:defRPr sz="676"/>
            </a:lvl6pPr>
            <a:lvl7pPr marL="1159551" indent="0" algn="ctr">
              <a:buNone/>
              <a:defRPr sz="676"/>
            </a:lvl7pPr>
            <a:lvl8pPr marL="1352809" indent="0" algn="ctr">
              <a:buNone/>
              <a:defRPr sz="676"/>
            </a:lvl8pPr>
            <a:lvl9pPr marL="1546068" indent="0" algn="ctr">
              <a:buNone/>
              <a:defRPr sz="676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277734-DF0B-5A45-B070-6F76D1CD3B34}" type="datetimeFigureOut">
              <a:rPr kumimoji="1" lang="ja-JP" altLang="en-US" smtClean="0"/>
              <a:t>2025/12/22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67F14-2C08-2A4C-819C-12EA65D0D78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228127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277734-DF0B-5A45-B070-6F76D1CD3B34}" type="datetimeFigureOut">
              <a:rPr kumimoji="1" lang="ja-JP" altLang="en-US" smtClean="0"/>
              <a:t>2025/12/22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67F14-2C08-2A4C-819C-12EA65D0D78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662013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2111" y="722681"/>
            <a:ext cx="6852940" cy="1205810"/>
          </a:xfrm>
        </p:spPr>
        <p:txBody>
          <a:bodyPr anchor="b"/>
          <a:lstStyle>
            <a:lvl1pPr>
              <a:defRPr sz="2536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2111" y="1939898"/>
            <a:ext cx="6852940" cy="634107"/>
          </a:xfrm>
        </p:spPr>
        <p:txBody>
          <a:bodyPr/>
          <a:lstStyle>
            <a:lvl1pPr marL="0" indent="0">
              <a:buNone/>
              <a:defRPr sz="1014">
                <a:solidFill>
                  <a:schemeClr val="tx1">
                    <a:tint val="82000"/>
                  </a:schemeClr>
                </a:solidFill>
              </a:defRPr>
            </a:lvl1pPr>
            <a:lvl2pPr marL="193258" indent="0">
              <a:buNone/>
              <a:defRPr sz="845">
                <a:solidFill>
                  <a:schemeClr val="tx1">
                    <a:tint val="82000"/>
                  </a:schemeClr>
                </a:solidFill>
              </a:defRPr>
            </a:lvl2pPr>
            <a:lvl3pPr marL="386517" indent="0">
              <a:buNone/>
              <a:defRPr sz="761">
                <a:solidFill>
                  <a:schemeClr val="tx1">
                    <a:tint val="82000"/>
                  </a:schemeClr>
                </a:solidFill>
              </a:defRPr>
            </a:lvl3pPr>
            <a:lvl4pPr marL="579775" indent="0">
              <a:buNone/>
              <a:defRPr sz="676">
                <a:solidFill>
                  <a:schemeClr val="tx1">
                    <a:tint val="82000"/>
                  </a:schemeClr>
                </a:solidFill>
              </a:defRPr>
            </a:lvl4pPr>
            <a:lvl5pPr marL="773034" indent="0">
              <a:buNone/>
              <a:defRPr sz="676">
                <a:solidFill>
                  <a:schemeClr val="tx1">
                    <a:tint val="82000"/>
                  </a:schemeClr>
                </a:solidFill>
              </a:defRPr>
            </a:lvl5pPr>
            <a:lvl6pPr marL="966292" indent="0">
              <a:buNone/>
              <a:defRPr sz="676">
                <a:solidFill>
                  <a:schemeClr val="tx1">
                    <a:tint val="82000"/>
                  </a:schemeClr>
                </a:solidFill>
              </a:defRPr>
            </a:lvl6pPr>
            <a:lvl7pPr marL="1159551" indent="0">
              <a:buNone/>
              <a:defRPr sz="676">
                <a:solidFill>
                  <a:schemeClr val="tx1">
                    <a:tint val="82000"/>
                  </a:schemeClr>
                </a:solidFill>
              </a:defRPr>
            </a:lvl7pPr>
            <a:lvl8pPr marL="1352809" indent="0">
              <a:buNone/>
              <a:defRPr sz="676">
                <a:solidFill>
                  <a:schemeClr val="tx1">
                    <a:tint val="82000"/>
                  </a:schemeClr>
                </a:solidFill>
              </a:defRPr>
            </a:lvl8pPr>
            <a:lvl9pPr marL="1546068" indent="0">
              <a:buNone/>
              <a:defRPr sz="676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277734-DF0B-5A45-B070-6F76D1CD3B34}" type="datetimeFigureOut">
              <a:rPr kumimoji="1" lang="ja-JP" altLang="en-US" smtClean="0"/>
              <a:t>2025/12/22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67F14-2C08-2A4C-819C-12EA65D0D78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075879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6249" y="771665"/>
            <a:ext cx="3376811" cy="1839246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22378" y="771665"/>
            <a:ext cx="3376811" cy="1839246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277734-DF0B-5A45-B070-6F76D1CD3B34}" type="datetimeFigureOut">
              <a:rPr kumimoji="1" lang="ja-JP" altLang="en-US" smtClean="0"/>
              <a:t>2025/12/22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67F14-2C08-2A4C-819C-12EA65D0D78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79862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7284" y="154333"/>
            <a:ext cx="6852940" cy="560296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7284" y="710603"/>
            <a:ext cx="3361292" cy="348255"/>
          </a:xfrm>
        </p:spPr>
        <p:txBody>
          <a:bodyPr anchor="b"/>
          <a:lstStyle>
            <a:lvl1pPr marL="0" indent="0">
              <a:buNone/>
              <a:defRPr sz="1014" b="1"/>
            </a:lvl1pPr>
            <a:lvl2pPr marL="193258" indent="0">
              <a:buNone/>
              <a:defRPr sz="845" b="1"/>
            </a:lvl2pPr>
            <a:lvl3pPr marL="386517" indent="0">
              <a:buNone/>
              <a:defRPr sz="761" b="1"/>
            </a:lvl3pPr>
            <a:lvl4pPr marL="579775" indent="0">
              <a:buNone/>
              <a:defRPr sz="676" b="1"/>
            </a:lvl4pPr>
            <a:lvl5pPr marL="773034" indent="0">
              <a:buNone/>
              <a:defRPr sz="676" b="1"/>
            </a:lvl5pPr>
            <a:lvl6pPr marL="966292" indent="0">
              <a:buNone/>
              <a:defRPr sz="676" b="1"/>
            </a:lvl6pPr>
            <a:lvl7pPr marL="1159551" indent="0">
              <a:buNone/>
              <a:defRPr sz="676" b="1"/>
            </a:lvl7pPr>
            <a:lvl8pPr marL="1352809" indent="0">
              <a:buNone/>
              <a:defRPr sz="676" b="1"/>
            </a:lvl8pPr>
            <a:lvl9pPr marL="1546068" indent="0">
              <a:buNone/>
              <a:defRPr sz="676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7284" y="1058858"/>
            <a:ext cx="3361292" cy="1557421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022378" y="710603"/>
            <a:ext cx="3377846" cy="348255"/>
          </a:xfrm>
        </p:spPr>
        <p:txBody>
          <a:bodyPr anchor="b"/>
          <a:lstStyle>
            <a:lvl1pPr marL="0" indent="0">
              <a:buNone/>
              <a:defRPr sz="1014" b="1"/>
            </a:lvl1pPr>
            <a:lvl2pPr marL="193258" indent="0">
              <a:buNone/>
              <a:defRPr sz="845" b="1"/>
            </a:lvl2pPr>
            <a:lvl3pPr marL="386517" indent="0">
              <a:buNone/>
              <a:defRPr sz="761" b="1"/>
            </a:lvl3pPr>
            <a:lvl4pPr marL="579775" indent="0">
              <a:buNone/>
              <a:defRPr sz="676" b="1"/>
            </a:lvl4pPr>
            <a:lvl5pPr marL="773034" indent="0">
              <a:buNone/>
              <a:defRPr sz="676" b="1"/>
            </a:lvl5pPr>
            <a:lvl6pPr marL="966292" indent="0">
              <a:buNone/>
              <a:defRPr sz="676" b="1"/>
            </a:lvl6pPr>
            <a:lvl7pPr marL="1159551" indent="0">
              <a:buNone/>
              <a:defRPr sz="676" b="1"/>
            </a:lvl7pPr>
            <a:lvl8pPr marL="1352809" indent="0">
              <a:buNone/>
              <a:defRPr sz="676" b="1"/>
            </a:lvl8pPr>
            <a:lvl9pPr marL="1546068" indent="0">
              <a:buNone/>
              <a:defRPr sz="676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022378" y="1058858"/>
            <a:ext cx="3377846" cy="1557421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277734-DF0B-5A45-B070-6F76D1CD3B34}" type="datetimeFigureOut">
              <a:rPr kumimoji="1" lang="ja-JP" altLang="en-US" smtClean="0"/>
              <a:t>2025/12/22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67F14-2C08-2A4C-819C-12EA65D0D78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818762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277734-DF0B-5A45-B070-6F76D1CD3B34}" type="datetimeFigureOut">
              <a:rPr kumimoji="1" lang="ja-JP" altLang="en-US" smtClean="0"/>
              <a:t>2025/12/22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67F14-2C08-2A4C-819C-12EA65D0D78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593434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277734-DF0B-5A45-B070-6F76D1CD3B34}" type="datetimeFigureOut">
              <a:rPr kumimoji="1" lang="ja-JP" altLang="en-US" smtClean="0"/>
              <a:t>2025/12/22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67F14-2C08-2A4C-819C-12EA65D0D78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596481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7284" y="193252"/>
            <a:ext cx="2562610" cy="676381"/>
          </a:xfrm>
        </p:spPr>
        <p:txBody>
          <a:bodyPr anchor="b"/>
          <a:lstStyle>
            <a:lvl1pPr>
              <a:defRPr sz="1353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77846" y="417370"/>
            <a:ext cx="4022378" cy="2060009"/>
          </a:xfrm>
        </p:spPr>
        <p:txBody>
          <a:bodyPr/>
          <a:lstStyle>
            <a:lvl1pPr>
              <a:defRPr sz="1353"/>
            </a:lvl1pPr>
            <a:lvl2pPr>
              <a:defRPr sz="1184"/>
            </a:lvl2pPr>
            <a:lvl3pPr>
              <a:defRPr sz="1014"/>
            </a:lvl3pPr>
            <a:lvl4pPr>
              <a:defRPr sz="845"/>
            </a:lvl4pPr>
            <a:lvl5pPr>
              <a:defRPr sz="845"/>
            </a:lvl5pPr>
            <a:lvl6pPr>
              <a:defRPr sz="845"/>
            </a:lvl6pPr>
            <a:lvl7pPr>
              <a:defRPr sz="845"/>
            </a:lvl7pPr>
            <a:lvl8pPr>
              <a:defRPr sz="845"/>
            </a:lvl8pPr>
            <a:lvl9pPr>
              <a:defRPr sz="845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47284" y="869632"/>
            <a:ext cx="2562610" cy="1611102"/>
          </a:xfrm>
        </p:spPr>
        <p:txBody>
          <a:bodyPr/>
          <a:lstStyle>
            <a:lvl1pPr marL="0" indent="0">
              <a:buNone/>
              <a:defRPr sz="676"/>
            </a:lvl1pPr>
            <a:lvl2pPr marL="193258" indent="0">
              <a:buNone/>
              <a:defRPr sz="592"/>
            </a:lvl2pPr>
            <a:lvl3pPr marL="386517" indent="0">
              <a:buNone/>
              <a:defRPr sz="507"/>
            </a:lvl3pPr>
            <a:lvl4pPr marL="579775" indent="0">
              <a:buNone/>
              <a:defRPr sz="423"/>
            </a:lvl4pPr>
            <a:lvl5pPr marL="773034" indent="0">
              <a:buNone/>
              <a:defRPr sz="423"/>
            </a:lvl5pPr>
            <a:lvl6pPr marL="966292" indent="0">
              <a:buNone/>
              <a:defRPr sz="423"/>
            </a:lvl6pPr>
            <a:lvl7pPr marL="1159551" indent="0">
              <a:buNone/>
              <a:defRPr sz="423"/>
            </a:lvl7pPr>
            <a:lvl8pPr marL="1352809" indent="0">
              <a:buNone/>
              <a:defRPr sz="423"/>
            </a:lvl8pPr>
            <a:lvl9pPr marL="1546068" indent="0">
              <a:buNone/>
              <a:defRPr sz="423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277734-DF0B-5A45-B070-6F76D1CD3B34}" type="datetimeFigureOut">
              <a:rPr kumimoji="1" lang="ja-JP" altLang="en-US" smtClean="0"/>
              <a:t>2025/12/22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67F14-2C08-2A4C-819C-12EA65D0D78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726988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7284" y="193252"/>
            <a:ext cx="2562610" cy="676381"/>
          </a:xfrm>
        </p:spPr>
        <p:txBody>
          <a:bodyPr anchor="b"/>
          <a:lstStyle>
            <a:lvl1pPr>
              <a:defRPr sz="1353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377846" y="417370"/>
            <a:ext cx="4022378" cy="2060009"/>
          </a:xfrm>
        </p:spPr>
        <p:txBody>
          <a:bodyPr anchor="t"/>
          <a:lstStyle>
            <a:lvl1pPr marL="0" indent="0">
              <a:buNone/>
              <a:defRPr sz="1353"/>
            </a:lvl1pPr>
            <a:lvl2pPr marL="193258" indent="0">
              <a:buNone/>
              <a:defRPr sz="1184"/>
            </a:lvl2pPr>
            <a:lvl3pPr marL="386517" indent="0">
              <a:buNone/>
              <a:defRPr sz="1014"/>
            </a:lvl3pPr>
            <a:lvl4pPr marL="579775" indent="0">
              <a:buNone/>
              <a:defRPr sz="845"/>
            </a:lvl4pPr>
            <a:lvl5pPr marL="773034" indent="0">
              <a:buNone/>
              <a:defRPr sz="845"/>
            </a:lvl5pPr>
            <a:lvl6pPr marL="966292" indent="0">
              <a:buNone/>
              <a:defRPr sz="845"/>
            </a:lvl6pPr>
            <a:lvl7pPr marL="1159551" indent="0">
              <a:buNone/>
              <a:defRPr sz="845"/>
            </a:lvl7pPr>
            <a:lvl8pPr marL="1352809" indent="0">
              <a:buNone/>
              <a:defRPr sz="845"/>
            </a:lvl8pPr>
            <a:lvl9pPr marL="1546068" indent="0">
              <a:buNone/>
              <a:defRPr sz="845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47284" y="869632"/>
            <a:ext cx="2562610" cy="1611102"/>
          </a:xfrm>
        </p:spPr>
        <p:txBody>
          <a:bodyPr/>
          <a:lstStyle>
            <a:lvl1pPr marL="0" indent="0">
              <a:buNone/>
              <a:defRPr sz="676"/>
            </a:lvl1pPr>
            <a:lvl2pPr marL="193258" indent="0">
              <a:buNone/>
              <a:defRPr sz="592"/>
            </a:lvl2pPr>
            <a:lvl3pPr marL="386517" indent="0">
              <a:buNone/>
              <a:defRPr sz="507"/>
            </a:lvl3pPr>
            <a:lvl4pPr marL="579775" indent="0">
              <a:buNone/>
              <a:defRPr sz="423"/>
            </a:lvl4pPr>
            <a:lvl5pPr marL="773034" indent="0">
              <a:buNone/>
              <a:defRPr sz="423"/>
            </a:lvl5pPr>
            <a:lvl6pPr marL="966292" indent="0">
              <a:buNone/>
              <a:defRPr sz="423"/>
            </a:lvl6pPr>
            <a:lvl7pPr marL="1159551" indent="0">
              <a:buNone/>
              <a:defRPr sz="423"/>
            </a:lvl7pPr>
            <a:lvl8pPr marL="1352809" indent="0">
              <a:buNone/>
              <a:defRPr sz="423"/>
            </a:lvl8pPr>
            <a:lvl9pPr marL="1546068" indent="0">
              <a:buNone/>
              <a:defRPr sz="423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277734-DF0B-5A45-B070-6F76D1CD3B34}" type="datetimeFigureOut">
              <a:rPr kumimoji="1" lang="ja-JP" altLang="en-US" smtClean="0"/>
              <a:t>2025/12/22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67F14-2C08-2A4C-819C-12EA65D0D78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469551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277734-DF0B-5A45-B070-6F76D1CD3B34}" type="datetimeFigureOut">
              <a:rPr kumimoji="1" lang="ja-JP" altLang="en-US" smtClean="0"/>
              <a:t>2025/12/22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67F14-2C08-2A4C-819C-12EA65D0D78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945431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685954" y="154333"/>
            <a:ext cx="1713235" cy="2456578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46249" y="154333"/>
            <a:ext cx="5040387" cy="2456578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277734-DF0B-5A45-B070-6F76D1CD3B34}" type="datetimeFigureOut">
              <a:rPr kumimoji="1" lang="ja-JP" altLang="en-US" smtClean="0"/>
              <a:t>2025/12/22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67F14-2C08-2A4C-819C-12EA65D0D78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90883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46249" y="154333"/>
            <a:ext cx="6852940" cy="5602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6249" y="771665"/>
            <a:ext cx="6852940" cy="183924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6249" y="2686735"/>
            <a:ext cx="1787724" cy="1543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507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7277734-DF0B-5A45-B070-6F76D1CD3B34}" type="datetimeFigureOut">
              <a:rPr kumimoji="1" lang="ja-JP" altLang="en-US" smtClean="0"/>
              <a:t>2025/12/22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631927" y="2686735"/>
            <a:ext cx="2681585" cy="1543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507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611465" y="2686735"/>
            <a:ext cx="1787724" cy="1543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07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4167F14-2C08-2A4C-819C-12EA65D0D78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475952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386517" rtl="0" eaLnBrk="1" latinLnBrk="0" hangingPunct="1">
        <a:lnSpc>
          <a:spcPct val="90000"/>
        </a:lnSpc>
        <a:spcBef>
          <a:spcPct val="0"/>
        </a:spcBef>
        <a:buNone/>
        <a:defRPr kumimoji="1" sz="186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96629" indent="-96629" algn="l" defTabSz="386517" rtl="0" eaLnBrk="1" latinLnBrk="0" hangingPunct="1">
        <a:lnSpc>
          <a:spcPct val="90000"/>
        </a:lnSpc>
        <a:spcBef>
          <a:spcPts val="423"/>
        </a:spcBef>
        <a:buFont typeface="Arial" panose="020B0604020202020204" pitchFamily="34" charset="0"/>
        <a:buChar char="•"/>
        <a:defRPr kumimoji="1" sz="1184" kern="1200">
          <a:solidFill>
            <a:schemeClr val="tx1"/>
          </a:solidFill>
          <a:latin typeface="+mn-lt"/>
          <a:ea typeface="+mn-ea"/>
          <a:cs typeface="+mn-cs"/>
        </a:defRPr>
      </a:lvl1pPr>
      <a:lvl2pPr marL="289888" indent="-96629" algn="l" defTabSz="386517" rtl="0" eaLnBrk="1" latinLnBrk="0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kumimoji="1" sz="1014" kern="1200">
          <a:solidFill>
            <a:schemeClr val="tx1"/>
          </a:solidFill>
          <a:latin typeface="+mn-lt"/>
          <a:ea typeface="+mn-ea"/>
          <a:cs typeface="+mn-cs"/>
        </a:defRPr>
      </a:lvl2pPr>
      <a:lvl3pPr marL="483146" indent="-96629" algn="l" defTabSz="386517" rtl="0" eaLnBrk="1" latinLnBrk="0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kumimoji="1" sz="845" kern="1200">
          <a:solidFill>
            <a:schemeClr val="tx1"/>
          </a:solidFill>
          <a:latin typeface="+mn-lt"/>
          <a:ea typeface="+mn-ea"/>
          <a:cs typeface="+mn-cs"/>
        </a:defRPr>
      </a:lvl3pPr>
      <a:lvl4pPr marL="676405" indent="-96629" algn="l" defTabSz="386517" rtl="0" eaLnBrk="1" latinLnBrk="0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kumimoji="1" sz="761" kern="1200">
          <a:solidFill>
            <a:schemeClr val="tx1"/>
          </a:solidFill>
          <a:latin typeface="+mn-lt"/>
          <a:ea typeface="+mn-ea"/>
          <a:cs typeface="+mn-cs"/>
        </a:defRPr>
      </a:lvl4pPr>
      <a:lvl5pPr marL="869663" indent="-96629" algn="l" defTabSz="386517" rtl="0" eaLnBrk="1" latinLnBrk="0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kumimoji="1" sz="761" kern="1200">
          <a:solidFill>
            <a:schemeClr val="tx1"/>
          </a:solidFill>
          <a:latin typeface="+mn-lt"/>
          <a:ea typeface="+mn-ea"/>
          <a:cs typeface="+mn-cs"/>
        </a:defRPr>
      </a:lvl5pPr>
      <a:lvl6pPr marL="1062921" indent="-96629" algn="l" defTabSz="386517" rtl="0" eaLnBrk="1" latinLnBrk="0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kumimoji="1" sz="761" kern="1200">
          <a:solidFill>
            <a:schemeClr val="tx1"/>
          </a:solidFill>
          <a:latin typeface="+mn-lt"/>
          <a:ea typeface="+mn-ea"/>
          <a:cs typeface="+mn-cs"/>
        </a:defRPr>
      </a:lvl6pPr>
      <a:lvl7pPr marL="1256180" indent="-96629" algn="l" defTabSz="386517" rtl="0" eaLnBrk="1" latinLnBrk="0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kumimoji="1" sz="761" kern="1200">
          <a:solidFill>
            <a:schemeClr val="tx1"/>
          </a:solidFill>
          <a:latin typeface="+mn-lt"/>
          <a:ea typeface="+mn-ea"/>
          <a:cs typeface="+mn-cs"/>
        </a:defRPr>
      </a:lvl7pPr>
      <a:lvl8pPr marL="1449438" indent="-96629" algn="l" defTabSz="386517" rtl="0" eaLnBrk="1" latinLnBrk="0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kumimoji="1" sz="761" kern="1200">
          <a:solidFill>
            <a:schemeClr val="tx1"/>
          </a:solidFill>
          <a:latin typeface="+mn-lt"/>
          <a:ea typeface="+mn-ea"/>
          <a:cs typeface="+mn-cs"/>
        </a:defRPr>
      </a:lvl8pPr>
      <a:lvl9pPr marL="1642697" indent="-96629" algn="l" defTabSz="386517" rtl="0" eaLnBrk="1" latinLnBrk="0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kumimoji="1" sz="76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86517" rtl="0" eaLnBrk="1" latinLnBrk="0" hangingPunct="1">
        <a:defRPr kumimoji="1" sz="761" kern="1200">
          <a:solidFill>
            <a:schemeClr val="tx1"/>
          </a:solidFill>
          <a:latin typeface="+mn-lt"/>
          <a:ea typeface="+mn-ea"/>
          <a:cs typeface="+mn-cs"/>
        </a:defRPr>
      </a:lvl1pPr>
      <a:lvl2pPr marL="193258" algn="l" defTabSz="386517" rtl="0" eaLnBrk="1" latinLnBrk="0" hangingPunct="1">
        <a:defRPr kumimoji="1" sz="761" kern="1200">
          <a:solidFill>
            <a:schemeClr val="tx1"/>
          </a:solidFill>
          <a:latin typeface="+mn-lt"/>
          <a:ea typeface="+mn-ea"/>
          <a:cs typeface="+mn-cs"/>
        </a:defRPr>
      </a:lvl2pPr>
      <a:lvl3pPr marL="386517" algn="l" defTabSz="386517" rtl="0" eaLnBrk="1" latinLnBrk="0" hangingPunct="1">
        <a:defRPr kumimoji="1" sz="761" kern="1200">
          <a:solidFill>
            <a:schemeClr val="tx1"/>
          </a:solidFill>
          <a:latin typeface="+mn-lt"/>
          <a:ea typeface="+mn-ea"/>
          <a:cs typeface="+mn-cs"/>
        </a:defRPr>
      </a:lvl3pPr>
      <a:lvl4pPr marL="579775" algn="l" defTabSz="386517" rtl="0" eaLnBrk="1" latinLnBrk="0" hangingPunct="1">
        <a:defRPr kumimoji="1" sz="761" kern="1200">
          <a:solidFill>
            <a:schemeClr val="tx1"/>
          </a:solidFill>
          <a:latin typeface="+mn-lt"/>
          <a:ea typeface="+mn-ea"/>
          <a:cs typeface="+mn-cs"/>
        </a:defRPr>
      </a:lvl4pPr>
      <a:lvl5pPr marL="773034" algn="l" defTabSz="386517" rtl="0" eaLnBrk="1" latinLnBrk="0" hangingPunct="1">
        <a:defRPr kumimoji="1" sz="761" kern="1200">
          <a:solidFill>
            <a:schemeClr val="tx1"/>
          </a:solidFill>
          <a:latin typeface="+mn-lt"/>
          <a:ea typeface="+mn-ea"/>
          <a:cs typeface="+mn-cs"/>
        </a:defRPr>
      </a:lvl5pPr>
      <a:lvl6pPr marL="966292" algn="l" defTabSz="386517" rtl="0" eaLnBrk="1" latinLnBrk="0" hangingPunct="1">
        <a:defRPr kumimoji="1" sz="761" kern="1200">
          <a:solidFill>
            <a:schemeClr val="tx1"/>
          </a:solidFill>
          <a:latin typeface="+mn-lt"/>
          <a:ea typeface="+mn-ea"/>
          <a:cs typeface="+mn-cs"/>
        </a:defRPr>
      </a:lvl6pPr>
      <a:lvl7pPr marL="1159551" algn="l" defTabSz="386517" rtl="0" eaLnBrk="1" latinLnBrk="0" hangingPunct="1">
        <a:defRPr kumimoji="1" sz="761" kern="1200">
          <a:solidFill>
            <a:schemeClr val="tx1"/>
          </a:solidFill>
          <a:latin typeface="+mn-lt"/>
          <a:ea typeface="+mn-ea"/>
          <a:cs typeface="+mn-cs"/>
        </a:defRPr>
      </a:lvl7pPr>
      <a:lvl8pPr marL="1352809" algn="l" defTabSz="386517" rtl="0" eaLnBrk="1" latinLnBrk="0" hangingPunct="1">
        <a:defRPr kumimoji="1" sz="761" kern="1200">
          <a:solidFill>
            <a:schemeClr val="tx1"/>
          </a:solidFill>
          <a:latin typeface="+mn-lt"/>
          <a:ea typeface="+mn-ea"/>
          <a:cs typeface="+mn-cs"/>
        </a:defRPr>
      </a:lvl8pPr>
      <a:lvl9pPr marL="1546068" algn="l" defTabSz="386517" rtl="0" eaLnBrk="1" latinLnBrk="0" hangingPunct="1">
        <a:defRPr kumimoji="1" sz="76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FE8E3EA-3E80-11F5-F34B-58F45043AA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3994" y="288491"/>
            <a:ext cx="1933354" cy="1281223"/>
          </a:xfrm>
        </p:spPr>
        <p:txBody>
          <a:bodyPr>
            <a:normAutofit/>
          </a:bodyPr>
          <a:lstStyle/>
          <a:p>
            <a:pPr algn="l"/>
            <a:r>
              <a:rPr lang="en-US" altLang="ja-JP" sz="6400" b="1" dirty="0">
                <a:ln>
                  <a:solidFill>
                    <a:schemeClr val="bg1">
                      <a:lumMod val="95000"/>
                    </a:schemeClr>
                  </a:solidFill>
                </a:ln>
                <a:blipFill dpi="0" rotWithShape="1">
                  <a:blip r:embed="rId2"/>
                  <a:srcRect/>
                  <a:tile tx="0" ty="0" sx="57000" sy="100000" flip="none" algn="tl"/>
                </a:blipFill>
                <a:latin typeface="Bauhaus 93" pitchFamily="82" charset="0"/>
              </a:rPr>
              <a:t>PPTX</a:t>
            </a:r>
            <a:endParaRPr lang="ja-JP" altLang="en-US" sz="6400" b="1">
              <a:ln>
                <a:solidFill>
                  <a:schemeClr val="bg1">
                    <a:lumMod val="95000"/>
                  </a:schemeClr>
                </a:solidFill>
              </a:ln>
              <a:blipFill dpi="0" rotWithShape="1">
                <a:blip r:embed="rId2"/>
                <a:srcRect/>
                <a:tile tx="0" ty="0" sx="57000" sy="100000" flip="none" algn="tl"/>
              </a:blipFill>
              <a:latin typeface="Bauhaus 93" pitchFamily="82" charset="0"/>
            </a:endParaRPr>
          </a:p>
        </p:txBody>
      </p:sp>
      <p:sp>
        <p:nvSpPr>
          <p:cNvPr id="7" name="タイトル 1">
            <a:extLst>
              <a:ext uri="{FF2B5EF4-FFF2-40B4-BE49-F238E27FC236}">
                <a16:creationId xmlns:a16="http://schemas.microsoft.com/office/drawing/2014/main" id="{5CA5A2B2-FBAC-BB44-7B2E-B9FF7B00AE1E}"/>
              </a:ext>
            </a:extLst>
          </p:cNvPr>
          <p:cNvSpPr txBox="1">
            <a:spLocks/>
          </p:cNvSpPr>
          <p:nvPr/>
        </p:nvSpPr>
        <p:spPr>
          <a:xfrm>
            <a:off x="2117352" y="288491"/>
            <a:ext cx="1607335" cy="128122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ja-JP" sz="6400" b="1" dirty="0">
                <a:ln>
                  <a:solidFill>
                    <a:schemeClr val="bg1">
                      <a:lumMod val="95000"/>
                    </a:schemeClr>
                  </a:solidFill>
                </a:ln>
                <a:blipFill>
                  <a:blip r:embed="rId3"/>
                  <a:stretch>
                    <a:fillRect/>
                  </a:stretch>
                </a:blipFill>
                <a:latin typeface="Bauhaus 93" pitchFamily="82" charset="0"/>
              </a:rPr>
              <a:t>GEN</a:t>
            </a:r>
            <a:endParaRPr lang="ja-JP" altLang="en-US" sz="6400" b="1">
              <a:ln>
                <a:solidFill>
                  <a:schemeClr val="bg1">
                    <a:lumMod val="95000"/>
                  </a:schemeClr>
                </a:solidFill>
              </a:ln>
              <a:blipFill>
                <a:blip r:embed="rId3"/>
                <a:stretch>
                  <a:fillRect/>
                </a:stretch>
              </a:blipFill>
              <a:latin typeface="Bauhaus 93" pitchFamily="82" charset="0"/>
            </a:endParaRPr>
          </a:p>
        </p:txBody>
      </p:sp>
      <p:sp>
        <p:nvSpPr>
          <p:cNvPr id="8" name="タイトル 1">
            <a:extLst>
              <a:ext uri="{FF2B5EF4-FFF2-40B4-BE49-F238E27FC236}">
                <a16:creationId xmlns:a16="http://schemas.microsoft.com/office/drawing/2014/main" id="{C6A1E6C6-86EB-6317-5E8C-0FEB75B173A7}"/>
              </a:ext>
            </a:extLst>
          </p:cNvPr>
          <p:cNvSpPr txBox="1">
            <a:spLocks/>
          </p:cNvSpPr>
          <p:nvPr/>
        </p:nvSpPr>
        <p:spPr>
          <a:xfrm>
            <a:off x="3488952" y="288491"/>
            <a:ext cx="3657601" cy="128122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ja-JP" sz="6400" b="1" dirty="0">
                <a:ln>
                  <a:solidFill>
                    <a:schemeClr val="bg1">
                      <a:lumMod val="95000"/>
                    </a:schemeClr>
                  </a:solidFill>
                </a:ln>
                <a:latin typeface="Bauhaus 93" pitchFamily="82" charset="0"/>
              </a:rPr>
              <a:t>ERATOR</a:t>
            </a:r>
            <a:endParaRPr lang="ja-JP" altLang="en-US" sz="6400" b="1">
              <a:ln>
                <a:solidFill>
                  <a:schemeClr val="bg1">
                    <a:lumMod val="95000"/>
                  </a:schemeClr>
                </a:solidFill>
              </a:ln>
              <a:latin typeface="Bauhaus 93" pitchFamily="82" charset="0"/>
            </a:endParaRPr>
          </a:p>
        </p:txBody>
      </p:sp>
      <p:pic>
        <p:nvPicPr>
          <p:cNvPr id="3" name="グラフィックス 3">
            <a:extLst>
              <a:ext uri="{FF2B5EF4-FFF2-40B4-BE49-F238E27FC236}">
                <a16:creationId xmlns:a16="http://schemas.microsoft.com/office/drawing/2014/main" id="{1712771B-948F-027C-F8E5-00FB86E4754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543619" y="252088"/>
            <a:ext cx="2635250" cy="2635250"/>
          </a:xfrm>
          <a:custGeom>
            <a:avLst/>
            <a:gdLst>
              <a:gd name="connsiteX0" fmla="*/ 0 w 2635250"/>
              <a:gd name="connsiteY0" fmla="*/ 0 h 2635250"/>
              <a:gd name="connsiteX1" fmla="*/ 2635250 w 2635250"/>
              <a:gd name="connsiteY1" fmla="*/ 0 h 2635250"/>
              <a:gd name="connsiteX2" fmla="*/ 2635250 w 2635250"/>
              <a:gd name="connsiteY2" fmla="*/ 2635250 h 2635250"/>
              <a:gd name="connsiteX3" fmla="*/ 0 w 2635250"/>
              <a:gd name="connsiteY3" fmla="*/ 2635250 h 2635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635250" h="2635250">
                <a:moveTo>
                  <a:pt x="0" y="0"/>
                </a:moveTo>
                <a:lnTo>
                  <a:pt x="2635250" y="0"/>
                </a:lnTo>
                <a:lnTo>
                  <a:pt x="2635250" y="2635250"/>
                </a:lnTo>
                <a:lnTo>
                  <a:pt x="0" y="2635250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1433167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9B1A60-3BEE-D1C8-F3C0-27AF9FC971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F161795-110F-C62D-7F94-6098282EBE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3994" y="288491"/>
            <a:ext cx="1933354" cy="1281223"/>
          </a:xfrm>
        </p:spPr>
        <p:txBody>
          <a:bodyPr>
            <a:normAutofit/>
          </a:bodyPr>
          <a:lstStyle/>
          <a:p>
            <a:pPr algn="l"/>
            <a:r>
              <a:rPr lang="en-US" altLang="ja-JP" sz="6400" b="1" dirty="0">
                <a:blipFill dpi="0" rotWithShape="1">
                  <a:blip r:embed="rId2"/>
                  <a:srcRect/>
                  <a:tile tx="0" ty="0" sx="57000" sy="100000" flip="none" algn="tl"/>
                </a:blipFill>
                <a:latin typeface="Bauhaus 93" pitchFamily="82" charset="0"/>
              </a:rPr>
              <a:t>PPTX</a:t>
            </a:r>
            <a:endParaRPr lang="ja-JP" altLang="en-US" sz="6400" b="1">
              <a:blipFill dpi="0" rotWithShape="1">
                <a:blip r:embed="rId2"/>
                <a:srcRect/>
                <a:tile tx="0" ty="0" sx="57000" sy="100000" flip="none" algn="tl"/>
              </a:blipFill>
              <a:latin typeface="Bauhaus 93" pitchFamily="82" charset="0"/>
            </a:endParaRPr>
          </a:p>
        </p:txBody>
      </p:sp>
      <p:sp>
        <p:nvSpPr>
          <p:cNvPr id="7" name="タイトル 1">
            <a:extLst>
              <a:ext uri="{FF2B5EF4-FFF2-40B4-BE49-F238E27FC236}">
                <a16:creationId xmlns:a16="http://schemas.microsoft.com/office/drawing/2014/main" id="{0E49184D-0AEF-0918-2953-DCF0DCE5FC02}"/>
              </a:ext>
            </a:extLst>
          </p:cNvPr>
          <p:cNvSpPr txBox="1">
            <a:spLocks/>
          </p:cNvSpPr>
          <p:nvPr/>
        </p:nvSpPr>
        <p:spPr>
          <a:xfrm>
            <a:off x="2117352" y="288491"/>
            <a:ext cx="1607335" cy="128122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ja-JP" sz="6400" b="1" dirty="0">
                <a:blipFill>
                  <a:blip r:embed="rId3"/>
                  <a:stretch>
                    <a:fillRect/>
                  </a:stretch>
                </a:blipFill>
                <a:latin typeface="Bauhaus 93" pitchFamily="82" charset="0"/>
              </a:rPr>
              <a:t>GEN</a:t>
            </a:r>
            <a:endParaRPr lang="ja-JP" altLang="en-US" sz="6400" b="1">
              <a:blipFill>
                <a:blip r:embed="rId3"/>
                <a:stretch>
                  <a:fillRect/>
                </a:stretch>
              </a:blipFill>
              <a:latin typeface="Bauhaus 93" pitchFamily="82" charset="0"/>
            </a:endParaRPr>
          </a:p>
        </p:txBody>
      </p:sp>
      <p:sp>
        <p:nvSpPr>
          <p:cNvPr id="8" name="タイトル 1">
            <a:extLst>
              <a:ext uri="{FF2B5EF4-FFF2-40B4-BE49-F238E27FC236}">
                <a16:creationId xmlns:a16="http://schemas.microsoft.com/office/drawing/2014/main" id="{1C16BDBD-A152-62BD-71EF-487F9A28818A}"/>
              </a:ext>
            </a:extLst>
          </p:cNvPr>
          <p:cNvSpPr txBox="1">
            <a:spLocks/>
          </p:cNvSpPr>
          <p:nvPr/>
        </p:nvSpPr>
        <p:spPr>
          <a:xfrm>
            <a:off x="3488952" y="288491"/>
            <a:ext cx="3657601" cy="128122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ja-JP" sz="6400" b="1" dirty="0">
                <a:latin typeface="Bauhaus 93" pitchFamily="82" charset="0"/>
              </a:rPr>
              <a:t>ERATOR</a:t>
            </a:r>
            <a:endParaRPr lang="ja-JP" altLang="en-US" sz="6400" b="1">
              <a:latin typeface="Bauhaus 93" pitchFamily="82" charset="0"/>
            </a:endParaRPr>
          </a:p>
        </p:txBody>
      </p:sp>
      <p:pic>
        <p:nvPicPr>
          <p:cNvPr id="3" name="グラフィックス 3">
            <a:extLst>
              <a:ext uri="{FF2B5EF4-FFF2-40B4-BE49-F238E27FC236}">
                <a16:creationId xmlns:a16="http://schemas.microsoft.com/office/drawing/2014/main" id="{9B5E4AC2-3428-A259-4C09-283F1628D90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543619" y="252088"/>
            <a:ext cx="2635250" cy="2635250"/>
          </a:xfrm>
          <a:custGeom>
            <a:avLst/>
            <a:gdLst>
              <a:gd name="connsiteX0" fmla="*/ 0 w 2635250"/>
              <a:gd name="connsiteY0" fmla="*/ 0 h 2635250"/>
              <a:gd name="connsiteX1" fmla="*/ 2635250 w 2635250"/>
              <a:gd name="connsiteY1" fmla="*/ 0 h 2635250"/>
              <a:gd name="connsiteX2" fmla="*/ 2635250 w 2635250"/>
              <a:gd name="connsiteY2" fmla="*/ 2635250 h 2635250"/>
              <a:gd name="connsiteX3" fmla="*/ 0 w 2635250"/>
              <a:gd name="connsiteY3" fmla="*/ 2635250 h 2635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635250" h="2635250">
                <a:moveTo>
                  <a:pt x="0" y="0"/>
                </a:moveTo>
                <a:lnTo>
                  <a:pt x="2635250" y="0"/>
                </a:lnTo>
                <a:lnTo>
                  <a:pt x="2635250" y="2635250"/>
                </a:lnTo>
                <a:lnTo>
                  <a:pt x="0" y="2635250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703379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65F09CC6-4E7B-81F0-0FE6-EF1248BC835F}"/>
              </a:ext>
            </a:extLst>
          </p:cNvPr>
          <p:cNvSpPr/>
          <p:nvPr/>
        </p:nvSpPr>
        <p:spPr>
          <a:xfrm>
            <a:off x="94992" y="140679"/>
            <a:ext cx="1025641" cy="118793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角丸四角形 5">
            <a:extLst>
              <a:ext uri="{FF2B5EF4-FFF2-40B4-BE49-F238E27FC236}">
                <a16:creationId xmlns:a16="http://schemas.microsoft.com/office/drawing/2014/main" id="{2D3A37A2-050B-BE0B-8FBA-E5EDBCDF0AA4}"/>
              </a:ext>
            </a:extLst>
          </p:cNvPr>
          <p:cNvSpPr/>
          <p:nvPr/>
        </p:nvSpPr>
        <p:spPr>
          <a:xfrm>
            <a:off x="236216" y="331784"/>
            <a:ext cx="743191" cy="805728"/>
          </a:xfrm>
          <a:prstGeom prst="roundRect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87EFA2A9-E6E2-89DC-0F6B-8A5ED67C0B32}"/>
              </a:ext>
            </a:extLst>
          </p:cNvPr>
          <p:cNvSpPr txBox="1">
            <a:spLocks/>
          </p:cNvSpPr>
          <p:nvPr/>
        </p:nvSpPr>
        <p:spPr>
          <a:xfrm>
            <a:off x="283122" y="269756"/>
            <a:ext cx="649380" cy="1058862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 defTabSz="38651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18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ja-JP" sz="6400" b="1" dirty="0">
                <a:ln>
                  <a:solidFill>
                    <a:schemeClr val="bg1">
                      <a:lumMod val="95000"/>
                    </a:schemeClr>
                  </a:solidFill>
                </a:ln>
                <a:blipFill dpi="0" rotWithShape="1">
                  <a:blip r:embed="rId2"/>
                  <a:srcRect/>
                  <a:tile tx="0" ty="0" sx="57000" sy="100000" flip="none" algn="tl"/>
                </a:blipFill>
                <a:latin typeface="Bauhaus 93" pitchFamily="82" charset="0"/>
              </a:rPr>
              <a:t>P</a:t>
            </a:r>
            <a:endParaRPr lang="ja-JP" altLang="en-US" sz="6400" b="1">
              <a:ln>
                <a:solidFill>
                  <a:schemeClr val="bg1">
                    <a:lumMod val="95000"/>
                  </a:schemeClr>
                </a:solidFill>
              </a:ln>
              <a:blipFill dpi="0" rotWithShape="1">
                <a:blip r:embed="rId2"/>
                <a:srcRect/>
                <a:tile tx="0" ty="0" sx="57000" sy="100000" flip="none" algn="tl"/>
              </a:blipFill>
              <a:latin typeface="Bauhaus 93" pitchFamily="82" charset="0"/>
            </a:endParaRPr>
          </a:p>
        </p:txBody>
      </p:sp>
      <p:sp>
        <p:nvSpPr>
          <p:cNvPr id="4" name="タイトル 1">
            <a:extLst>
              <a:ext uri="{FF2B5EF4-FFF2-40B4-BE49-F238E27FC236}">
                <a16:creationId xmlns:a16="http://schemas.microsoft.com/office/drawing/2014/main" id="{D07071CE-012B-6850-6252-28266B0A8A77}"/>
              </a:ext>
            </a:extLst>
          </p:cNvPr>
          <p:cNvSpPr txBox="1">
            <a:spLocks/>
          </p:cNvSpPr>
          <p:nvPr/>
        </p:nvSpPr>
        <p:spPr>
          <a:xfrm>
            <a:off x="1617082" y="269756"/>
            <a:ext cx="649380" cy="1058862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 defTabSz="38651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18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ja-JP" sz="6400" b="1" dirty="0">
                <a:blipFill dpi="0" rotWithShape="1">
                  <a:blip r:embed="rId2"/>
                  <a:srcRect/>
                  <a:tile tx="0" ty="0" sx="57000" sy="100000" flip="none" algn="tl"/>
                </a:blipFill>
                <a:latin typeface="Bauhaus 93" pitchFamily="82" charset="0"/>
              </a:rPr>
              <a:t>P</a:t>
            </a:r>
            <a:endParaRPr lang="ja-JP" altLang="en-US" sz="6400" b="1">
              <a:blipFill dpi="0" rotWithShape="1">
                <a:blip r:embed="rId2"/>
                <a:srcRect/>
                <a:tile tx="0" ty="0" sx="57000" sy="100000" flip="none" algn="tl"/>
              </a:blipFill>
              <a:latin typeface="Bauhaus 93" pitchFamily="82" charset="0"/>
            </a:endParaRPr>
          </a:p>
        </p:txBody>
      </p:sp>
      <p:sp>
        <p:nvSpPr>
          <p:cNvPr id="7" name="角丸四角形 6">
            <a:extLst>
              <a:ext uri="{FF2B5EF4-FFF2-40B4-BE49-F238E27FC236}">
                <a16:creationId xmlns:a16="http://schemas.microsoft.com/office/drawing/2014/main" id="{1617E5BB-C796-8346-FA6E-77538243F623}"/>
              </a:ext>
            </a:extLst>
          </p:cNvPr>
          <p:cNvSpPr/>
          <p:nvPr/>
        </p:nvSpPr>
        <p:spPr>
          <a:xfrm>
            <a:off x="1570176" y="327260"/>
            <a:ext cx="743191" cy="805728"/>
          </a:xfrm>
          <a:prstGeom prst="round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322086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テーマ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16</TotalTime>
  <Words>8</Words>
  <Application>Microsoft Macintosh PowerPoint</Application>
  <PresentationFormat>ユーザー設定</PresentationFormat>
  <Paragraphs>8</Paragraphs>
  <Slides>3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3</vt:i4>
      </vt:variant>
    </vt:vector>
  </HeadingPairs>
  <TitlesOfParts>
    <vt:vector size="8" baseType="lpstr">
      <vt:lpstr>Aptos</vt:lpstr>
      <vt:lpstr>Aptos Display</vt:lpstr>
      <vt:lpstr>Arial</vt:lpstr>
      <vt:lpstr>Bauhaus 93</vt:lpstr>
      <vt:lpstr>Office テーマ</vt:lpstr>
      <vt:lpstr>PPTX</vt:lpstr>
      <vt:lpstr>PPTX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浦川 佑介／市統E／TEAMS (Urakawa Yusuke)</dc:creator>
  <cp:lastModifiedBy>浦川 佑介／市統E／TEAMS (Urakawa Yusuke)</cp:lastModifiedBy>
  <cp:revision>8</cp:revision>
  <dcterms:created xsi:type="dcterms:W3CDTF">2025-11-01T08:09:25Z</dcterms:created>
  <dcterms:modified xsi:type="dcterms:W3CDTF">2025-12-22T14:48:52Z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2025-11-01T08:29:10Z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6c85d350-3774-4a07-b584-8e226920281f</vt:lpwstr>
  </property>
  <property fmtid="{D5CDD505-2E9C-101B-9397-08002B2CF9AE}" pid="7" name="MSIP_Label_defa4170-0d19-0005-0004-bc88714345d2_ActionId">
    <vt:lpwstr>4750f2e1-7b40-4cc7-a7d0-2494e3e2af5d</vt:lpwstr>
  </property>
  <property fmtid="{D5CDD505-2E9C-101B-9397-08002B2CF9AE}" pid="8" name="MSIP_Label_defa4170-0d19-0005-0004-bc88714345d2_ContentBits">
    <vt:lpwstr>0</vt:lpwstr>
  </property>
  <property fmtid="{D5CDD505-2E9C-101B-9397-08002B2CF9AE}" pid="9" name="MSIP_Label_defa4170-0d19-0005-0004-bc88714345d2_Tag">
    <vt:lpwstr>50, 3, 0, 1</vt:lpwstr>
  </property>
</Properties>
</file>