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9" r:id="rId4"/>
    <p:sldMasterId id="2147483875" r:id="rId5"/>
  </p:sldMasterIdLst>
  <p:notesMasterIdLst>
    <p:notesMasterId r:id="rId12"/>
  </p:notesMasterIdLst>
  <p:handoutMasterIdLst>
    <p:handoutMasterId r:id="rId13"/>
  </p:handoutMasterIdLst>
  <p:sldIdLst>
    <p:sldId id="258" r:id="rId6"/>
    <p:sldId id="262" r:id="rId7"/>
    <p:sldId id="259" r:id="rId8"/>
    <p:sldId id="256" r:id="rId9"/>
    <p:sldId id="260" r:id="rId10"/>
    <p:sldId id="261" r:id="rId11"/>
  </p:sldIdLst>
  <p:sldSz cx="9906000" cy="6858000" type="A4"/>
  <p:notesSz cx="6735763" cy="9866313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81C33726-A66E-4C2E-B99C-639E2664A7A0}">
          <p14:sldIdLst>
            <p14:sldId id="258"/>
            <p14:sldId id="262"/>
            <p14:sldId id="259"/>
            <p14:sldId id="256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松田 卓久／ＤＸ・技術推進／次長／JRI (matsuda takahisa)" initials="松田" lastIdx="1" clrIdx="0">
    <p:extLst>
      <p:ext uri="{19B8F6BF-5375-455C-9EA6-DF929625EA0E}">
        <p15:presenceInfo xmlns:p15="http://schemas.microsoft.com/office/powerpoint/2012/main" userId="S::t501022@d1.jri.co.jp::92f78e08-7570-4d9d-9709-0b7c96843a5d" providerId="AD"/>
      </p:ext>
    </p:extLst>
  </p:cmAuthor>
  <p:cmAuthor id="2" name="加藤 研也／シス企／部長／JRI (kato kenya)" initials="加藤" lastIdx="2" clrIdx="1">
    <p:extLst>
      <p:ext uri="{19B8F6BF-5375-455C-9EA6-DF929625EA0E}">
        <p15:presenceInfo xmlns:p15="http://schemas.microsoft.com/office/powerpoint/2012/main" userId="S::t321466@d1.jri.co.jp::297d9765-25c7-410d-baa7-3d4242221c02" providerId="AD"/>
      </p:ext>
    </p:extLst>
  </p:cmAuthor>
  <p:cmAuthor id="3" name="伊藤 優／銀行業務（外為融資／JRI (ito yu)" initials="伊藤" lastIdx="1" clrIdx="2">
    <p:extLst>
      <p:ext uri="{19B8F6BF-5375-455C-9EA6-DF929625EA0E}">
        <p15:presenceInfo xmlns:p15="http://schemas.microsoft.com/office/powerpoint/2012/main" userId="S::t503513@d1.jri.co.jp::d33f407d-94d4-4bbe-9b81-b79bfd7993d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5BF"/>
    <a:srgbClr val="E0FFFF"/>
    <a:srgbClr val="CCECFF"/>
    <a:srgbClr val="F5FBFF"/>
    <a:srgbClr val="00005A"/>
    <a:srgbClr val="D4ECF6"/>
    <a:srgbClr val="0072CE"/>
    <a:srgbClr val="00D4E1"/>
    <a:srgbClr val="003599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濃色スタイル 2 - アクセント 1/アクセント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78" autoAdjust="0"/>
    <p:restoredTop sz="96601" autoAdjust="0"/>
  </p:normalViewPr>
  <p:slideViewPr>
    <p:cSldViewPr snapToGrid="0">
      <p:cViewPr varScale="1">
        <p:scale>
          <a:sx n="114" d="100"/>
          <a:sy n="114" d="100"/>
        </p:scale>
        <p:origin x="1176" y="4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566" y="82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74C7BB0E-B09C-72C6-5891-38FEAA53B2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343DD2D-3EFD-A1C1-8341-216CAC52BD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0964B8-9448-41AF-AB57-2621D436D07A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D01082B-79DC-AA1F-711C-EAA0A6574F2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8F0BA32-D674-09AB-4EB8-0A2D720C9BC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ADE37-E64E-4778-B478-F0DD7A5422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80195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fld id="{0C69BD06-843D-4364-B4FB-B6A5BDDFDF73}" type="datetimeFigureOut">
              <a:rPr lang="ja-JP" altLang="en-US"/>
              <a:pPr>
                <a:defRPr/>
              </a:pPr>
              <a:t>2026/2/10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95325" y="739775"/>
            <a:ext cx="53451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fld id="{76195CC2-2C8F-433A-9275-A628D6E7C9D8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614169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3.xml"/><Relationship Id="rId7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8.xml"/><Relationship Id="rId7" Type="http://schemas.openxmlformats.org/officeDocument/2006/relationships/image" Target="../media/image1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3.xml"/><Relationship Id="rId7" Type="http://schemas.openxmlformats.org/officeDocument/2006/relationships/image" Target="../media/image3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8.xml"/><Relationship Id="rId7" Type="http://schemas.openxmlformats.org/officeDocument/2006/relationships/image" Target="../media/image1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image" Target="../media/image1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7" Type="http://schemas.openxmlformats.org/officeDocument/2006/relationships/image" Target="../media/image1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5.xml"/><Relationship Id="rId4" Type="http://schemas.openxmlformats.org/officeDocument/2006/relationships/tags" Target="../tags/tag34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38.xml"/><Relationship Id="rId7" Type="http://schemas.openxmlformats.org/officeDocument/2006/relationships/image" Target="../media/image1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43.xml"/><Relationship Id="rId7" Type="http://schemas.openxmlformats.org/officeDocument/2006/relationships/image" Target="../media/image1.pn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5.xml"/><Relationship Id="rId4" Type="http://schemas.openxmlformats.org/officeDocument/2006/relationships/tags" Target="../tags/tag44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48.xml"/><Relationship Id="rId7" Type="http://schemas.openxmlformats.org/officeDocument/2006/relationships/image" Target="../media/image1.pn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53.xml"/><Relationship Id="rId7" Type="http://schemas.openxmlformats.org/officeDocument/2006/relationships/image" Target="../media/image1.png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5.xml"/><Relationship Id="rId4" Type="http://schemas.openxmlformats.org/officeDocument/2006/relationships/tags" Target="../tags/tag54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58.xml"/><Relationship Id="rId7" Type="http://schemas.openxmlformats.org/officeDocument/2006/relationships/image" Target="../media/image1.png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0.xml"/><Relationship Id="rId4" Type="http://schemas.openxmlformats.org/officeDocument/2006/relationships/tags" Target="../tags/tag59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7" Type="http://schemas.openxmlformats.org/officeDocument/2006/relationships/image" Target="../media/image2.emf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65.xml"/><Relationship Id="rId4" Type="http://schemas.openxmlformats.org/officeDocument/2006/relationships/tags" Target="../tags/tag64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7" Type="http://schemas.openxmlformats.org/officeDocument/2006/relationships/image" Target="../media/image3.png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70.xml"/><Relationship Id="rId4" Type="http://schemas.openxmlformats.org/officeDocument/2006/relationships/tags" Target="../tags/tag6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先頭スライド１（表紙無し資料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>
            <a:extLst>
              <a:ext uri="{FF2B5EF4-FFF2-40B4-BE49-F238E27FC236}">
                <a16:creationId xmlns:a16="http://schemas.microsoft.com/office/drawing/2014/main" id="{15E2569B-B8B3-4224-A450-7B97C2351A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5001" y="869403"/>
            <a:ext cx="9576000" cy="36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just" eaLnBrk="1" hangingPunct="1">
              <a:lnSpc>
                <a:spcPts val="2100"/>
              </a:lnSpc>
            </a:pPr>
            <a:endParaRPr lang="ja-JP" altLang="en-US">
              <a:solidFill>
                <a:srgbClr val="292929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3661C76-C675-49DB-B525-EB7CF4013ED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65100" y="540057"/>
            <a:ext cx="373776" cy="298399"/>
          </a:xfrm>
          <a:prstGeom prst="rect">
            <a:avLst/>
          </a:prstGeom>
        </p:spPr>
      </p:pic>
      <p:pic>
        <p:nvPicPr>
          <p:cNvPr id="8" name="Picture 14" descr="日本総研">
            <a:extLst>
              <a:ext uri="{FF2B5EF4-FFF2-40B4-BE49-F238E27FC236}">
                <a16:creationId xmlns:a16="http://schemas.microsoft.com/office/drawing/2014/main" id="{14DC846A-D4A4-4289-91E9-CCE7035954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51520" y="-888"/>
            <a:ext cx="1391109" cy="324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74AA31E1-847F-4ECA-B694-8D7007B539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75689" y="360018"/>
            <a:ext cx="1665213" cy="501802"/>
          </a:xfrm>
          <a:prstGeom prst="rect">
            <a:avLst/>
          </a:prstGeom>
        </p:spPr>
        <p:txBody>
          <a:bodyPr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50"/>
            </a:lvl1pPr>
          </a:lstStyle>
          <a:p>
            <a:pPr lvl="0"/>
            <a:endParaRPr kumimoji="1" lang="en-US" altLang="ja-JP" dirty="0"/>
          </a:p>
        </p:txBody>
      </p:sp>
      <p:sp>
        <p:nvSpPr>
          <p:cNvPr id="14" name="テキスト プレースホルダー 22">
            <a:extLst>
              <a:ext uri="{FF2B5EF4-FFF2-40B4-BE49-F238E27FC236}">
                <a16:creationId xmlns:a16="http://schemas.microsoft.com/office/drawing/2014/main" id="{2B936BF5-1FAB-48D2-B313-9E0D7172F1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5100" y="949198"/>
            <a:ext cx="9575800" cy="601518"/>
          </a:xfrm>
          <a:prstGeom prst="rect">
            <a:avLst/>
          </a:prstGeom>
        </p:spPr>
        <p:txBody>
          <a:bodyPr/>
          <a:lstStyle>
            <a:lvl1pPr marL="180975" indent="-180975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Char char="l"/>
              <a:defRPr sz="1400"/>
            </a:lvl1pPr>
          </a:lstStyle>
          <a:p>
            <a:pPr lvl="0"/>
            <a:r>
              <a:rPr kumimoji="1" lang="ja-JP" altLang="en-US" dirty="0"/>
              <a:t>メッセージライン</a:t>
            </a:r>
            <a:endParaRPr kumimoji="1" lang="en-US" altLang="ja-JP" dirty="0"/>
          </a:p>
          <a:p>
            <a:pPr lvl="0"/>
            <a:endParaRPr kumimoji="1" lang="en-US" altLang="ja-JP" dirty="0"/>
          </a:p>
        </p:txBody>
      </p:sp>
      <p:sp>
        <p:nvSpPr>
          <p:cNvPr id="16" name="テキスト プレースホルダー 32">
            <a:extLst>
              <a:ext uri="{FF2B5EF4-FFF2-40B4-BE49-F238E27FC236}">
                <a16:creationId xmlns:a16="http://schemas.microsoft.com/office/drawing/2014/main" id="{58FF33D5-01F4-465C-BA1C-C08B3A01AD3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5001" y="1663778"/>
            <a:ext cx="9576000" cy="496879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88913" indent="-188913">
              <a:lnSpc>
                <a:spcPct val="10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l"/>
              <a:defRPr sz="1400"/>
            </a:lvl1pPr>
            <a:lvl2pPr marL="390525" indent="-168275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sz="1200"/>
            </a:lvl2pPr>
            <a:lvl3pPr marL="541338" indent="-182563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tabLst>
                <a:tab pos="541338" algn="l"/>
              </a:tabLst>
              <a:defRPr sz="1200"/>
            </a:lvl3pPr>
            <a:lvl4pPr marL="625475" indent="-1190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/>
            </a:lvl4pPr>
            <a:lvl5pPr marL="560388" indent="0">
              <a:buNone/>
              <a:defRPr sz="1100"/>
            </a:lvl5pPr>
            <a:lvl7pPr>
              <a:buNone/>
              <a:defRPr/>
            </a:lvl7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</a:t>
            </a:r>
            <a:r>
              <a:rPr kumimoji="1" lang="en-US" altLang="ja-JP" dirty="0"/>
              <a:t>4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4"/>
            <a:endParaRPr kumimoji="1"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44BBCAC-BA76-4B87-9880-BB54E351C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090" y="111028"/>
            <a:ext cx="7464387" cy="749033"/>
          </a:xfrm>
          <a:prstGeom prst="rect">
            <a:avLst/>
          </a:prstGeom>
        </p:spPr>
        <p:txBody>
          <a:bodyPr anchor="b"/>
          <a:lstStyle>
            <a:lvl1pPr>
              <a:lnSpc>
                <a:spcPts val="2600"/>
              </a:lnSpc>
              <a:defRPr sz="18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BA66DBE-CBF9-4163-83E4-34E3733DF150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-909697" y="-1"/>
            <a:ext cx="756001" cy="182399"/>
          </a:xfrm>
          <a:prstGeom prst="rect">
            <a:avLst/>
          </a:prstGeom>
          <a:solidFill>
            <a:srgbClr val="003599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0:53:153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742B6AD-BB94-4C26-9002-A58F0D161BCD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-909697" y="263167"/>
            <a:ext cx="756001" cy="182399"/>
          </a:xfrm>
          <a:prstGeom prst="rect">
            <a:avLst/>
          </a:prstGeom>
          <a:solidFill>
            <a:srgbClr val="00D4E1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0:212:225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45AF239-7131-4898-8D55-64D48C958D0E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-909697" y="526335"/>
            <a:ext cx="756001" cy="182399"/>
          </a:xfrm>
          <a:prstGeom prst="rect">
            <a:avLst/>
          </a:prstGeom>
          <a:solidFill>
            <a:srgbClr val="0072CE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0:114:206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3AEEB80-FA66-4ECC-8F89-D8B3CD06893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-909697" y="789503"/>
            <a:ext cx="756001" cy="182399"/>
          </a:xfrm>
          <a:prstGeom prst="rect">
            <a:avLst/>
          </a:prstGeom>
          <a:solidFill>
            <a:srgbClr val="D4ECF6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212:236:246</a:t>
            </a:r>
            <a:endParaRPr kumimoji="1" lang="ja-JP" altLang="en-US" sz="8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CCB9193-A0C7-4290-8A9B-7F0C0E316FC2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-909697" y="1052673"/>
            <a:ext cx="756001" cy="182399"/>
          </a:xfrm>
          <a:prstGeom prst="rect">
            <a:avLst/>
          </a:prstGeom>
          <a:solidFill>
            <a:srgbClr val="00005A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0:0:90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1139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先頭スライド２（表紙無し資料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>
            <a:extLst>
              <a:ext uri="{FF2B5EF4-FFF2-40B4-BE49-F238E27FC236}">
                <a16:creationId xmlns:a16="http://schemas.microsoft.com/office/drawing/2014/main" id="{15E2569B-B8B3-4224-A450-7B97C2351A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5001" y="531257"/>
            <a:ext cx="9576000" cy="36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just" eaLnBrk="1" hangingPunct="1">
              <a:lnSpc>
                <a:spcPts val="2100"/>
              </a:lnSpc>
            </a:pPr>
            <a:endParaRPr lang="ja-JP" altLang="en-US">
              <a:solidFill>
                <a:srgbClr val="292929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3661C76-C675-49DB-B525-EB7CF4013ED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65000" y="207173"/>
            <a:ext cx="373776" cy="298399"/>
          </a:xfrm>
          <a:prstGeom prst="rect">
            <a:avLst/>
          </a:prstGeom>
        </p:spPr>
      </p:pic>
      <p:sp>
        <p:nvSpPr>
          <p:cNvPr id="5" name="タイトル 3">
            <a:extLst>
              <a:ext uri="{FF2B5EF4-FFF2-40B4-BE49-F238E27FC236}">
                <a16:creationId xmlns:a16="http://schemas.microsoft.com/office/drawing/2014/main" id="{D4F05EEE-DE7B-40B5-BCB1-83E14D7FF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989" y="167415"/>
            <a:ext cx="7392374" cy="338157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6" name="テキスト プレースホルダー 22">
            <a:extLst>
              <a:ext uri="{FF2B5EF4-FFF2-40B4-BE49-F238E27FC236}">
                <a16:creationId xmlns:a16="http://schemas.microsoft.com/office/drawing/2014/main" id="{73EA0086-EA5B-43BB-A266-3F41E30EBF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5001" y="613723"/>
            <a:ext cx="9576000" cy="601518"/>
          </a:xfrm>
          <a:prstGeom prst="rect">
            <a:avLst/>
          </a:prstGeom>
        </p:spPr>
        <p:txBody>
          <a:bodyPr/>
          <a:lstStyle>
            <a:lvl1pPr marL="180975" indent="-180975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Char char="l"/>
              <a:defRPr sz="1400"/>
            </a:lvl1pPr>
          </a:lstStyle>
          <a:p>
            <a:pPr lvl="0"/>
            <a:r>
              <a:rPr kumimoji="1" lang="ja-JP" altLang="en-US" dirty="0"/>
              <a:t>メッセージライン</a:t>
            </a:r>
          </a:p>
        </p:txBody>
      </p:sp>
      <p:sp>
        <p:nvSpPr>
          <p:cNvPr id="11" name="テキスト プレースホルダー 32">
            <a:extLst>
              <a:ext uri="{FF2B5EF4-FFF2-40B4-BE49-F238E27FC236}">
                <a16:creationId xmlns:a16="http://schemas.microsoft.com/office/drawing/2014/main" id="{B920D211-5103-4051-A3A9-9C274F131A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4999" y="1330860"/>
            <a:ext cx="9575904" cy="530171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88913" indent="-188913">
              <a:lnSpc>
                <a:spcPct val="10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l"/>
              <a:defRPr sz="1400"/>
            </a:lvl1pPr>
            <a:lvl2pPr marL="390525" indent="-168275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sz="1200"/>
            </a:lvl2pPr>
            <a:lvl3pPr marL="541338" indent="-182563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tabLst>
                <a:tab pos="541338" algn="l"/>
              </a:tabLst>
              <a:defRPr sz="1200"/>
            </a:lvl3pPr>
            <a:lvl4pPr marL="625475" indent="-1190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/>
            </a:lvl4pPr>
            <a:lvl5pPr marL="560388" indent="0">
              <a:buNone/>
              <a:defRPr sz="1100"/>
            </a:lvl5pPr>
            <a:lvl7pPr>
              <a:buNone/>
              <a:defRPr/>
            </a:lvl7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</a:t>
            </a:r>
            <a:r>
              <a:rPr kumimoji="1" lang="en-US" altLang="ja-JP" dirty="0"/>
              <a:t>4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4"/>
            <a:endParaRPr kumimoji="1" lang="ja-JP" altLang="en-US" dirty="0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725886C3-2C5E-4259-9209-A673AD2F93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577" y="343240"/>
            <a:ext cx="1737327" cy="188019"/>
          </a:xfrm>
          <a:prstGeom prst="rect">
            <a:avLst/>
          </a:prstGeom>
        </p:spPr>
        <p:txBody>
          <a:bodyPr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50"/>
            </a:lvl1pPr>
          </a:lstStyle>
          <a:p>
            <a:pPr lvl="0"/>
            <a:endParaRPr kumimoji="1" lang="en-US" altLang="ja-JP" dirty="0"/>
          </a:p>
        </p:txBody>
      </p:sp>
      <p:pic>
        <p:nvPicPr>
          <p:cNvPr id="14" name="Picture 14" descr="日本総研">
            <a:extLst>
              <a:ext uri="{FF2B5EF4-FFF2-40B4-BE49-F238E27FC236}">
                <a16:creationId xmlns:a16="http://schemas.microsoft.com/office/drawing/2014/main" id="{A1E681BE-DDDE-417A-8024-1FB575863D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51520" y="-888"/>
            <a:ext cx="1391109" cy="324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E0BA28-4882-465B-906D-484A9BBD0C44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-909697" y="-1"/>
            <a:ext cx="756001" cy="182399"/>
          </a:xfrm>
          <a:prstGeom prst="rect">
            <a:avLst/>
          </a:prstGeom>
          <a:solidFill>
            <a:srgbClr val="003599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0:53:153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18A3C52-CB6E-4850-BF21-4C38CF2EB17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-909697" y="263167"/>
            <a:ext cx="756001" cy="182399"/>
          </a:xfrm>
          <a:prstGeom prst="rect">
            <a:avLst/>
          </a:prstGeom>
          <a:solidFill>
            <a:srgbClr val="00D4E1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0:212:225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574C446-BB2C-4503-A6DF-938499302977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-909697" y="526335"/>
            <a:ext cx="756001" cy="182399"/>
          </a:xfrm>
          <a:prstGeom prst="rect">
            <a:avLst/>
          </a:prstGeom>
          <a:solidFill>
            <a:srgbClr val="0072CE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0:114:206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0982542-2517-460F-9ED2-68274CDA3C49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-909697" y="789503"/>
            <a:ext cx="756001" cy="182399"/>
          </a:xfrm>
          <a:prstGeom prst="rect">
            <a:avLst/>
          </a:prstGeom>
          <a:solidFill>
            <a:srgbClr val="D4ECF6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212:236:246</a:t>
            </a:r>
            <a:endParaRPr kumimoji="1" lang="ja-JP" altLang="en-US" sz="8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9C53D93-717B-48A2-9CA0-523B5CE0F5AB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-909697" y="1052673"/>
            <a:ext cx="756001" cy="182399"/>
          </a:xfrm>
          <a:prstGeom prst="rect">
            <a:avLst/>
          </a:prstGeom>
          <a:solidFill>
            <a:srgbClr val="00005A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0:0:90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53260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テキスト（スローガン付き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 descr="グラフィカル ユーザー インターフェイス, テキスト&#10;&#10;自動的に生成された説明">
            <a:extLst>
              <a:ext uri="{FF2B5EF4-FFF2-40B4-BE49-F238E27FC236}">
                <a16:creationId xmlns:a16="http://schemas.microsoft.com/office/drawing/2014/main" id="{3DE65290-C86F-42A0-A8E8-B1BC4CC3B17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0964" y="105468"/>
            <a:ext cx="1729986" cy="360604"/>
          </a:xfrm>
          <a:prstGeom prst="rect">
            <a:avLst/>
          </a:prstGeom>
        </p:spPr>
      </p:pic>
      <p:sp>
        <p:nvSpPr>
          <p:cNvPr id="3" name="Rectangle 10">
            <a:extLst>
              <a:ext uri="{FF2B5EF4-FFF2-40B4-BE49-F238E27FC236}">
                <a16:creationId xmlns:a16="http://schemas.microsoft.com/office/drawing/2014/main" id="{15E2569B-B8B3-4224-A450-7B97C2351A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5001" y="531257"/>
            <a:ext cx="9576000" cy="36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just" eaLnBrk="1" hangingPunct="1">
              <a:lnSpc>
                <a:spcPts val="2100"/>
              </a:lnSpc>
            </a:pPr>
            <a:endParaRPr lang="ja-JP" altLang="en-US">
              <a:solidFill>
                <a:srgbClr val="292929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3661C76-C675-49DB-B525-EB7CF4013ED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65000" y="207173"/>
            <a:ext cx="373776" cy="298399"/>
          </a:xfrm>
          <a:prstGeom prst="rect">
            <a:avLst/>
          </a:prstGeom>
        </p:spPr>
      </p:pic>
      <p:sp>
        <p:nvSpPr>
          <p:cNvPr id="5" name="タイトル 3">
            <a:extLst>
              <a:ext uri="{FF2B5EF4-FFF2-40B4-BE49-F238E27FC236}">
                <a16:creationId xmlns:a16="http://schemas.microsoft.com/office/drawing/2014/main" id="{D4F05EEE-DE7B-40B5-BCB1-83E14D7FF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989" y="167415"/>
            <a:ext cx="7392374" cy="338157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6" name="テキスト プレースホルダー 22">
            <a:extLst>
              <a:ext uri="{FF2B5EF4-FFF2-40B4-BE49-F238E27FC236}">
                <a16:creationId xmlns:a16="http://schemas.microsoft.com/office/drawing/2014/main" id="{73EA0086-EA5B-43BB-A266-3F41E30EBF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5001" y="613723"/>
            <a:ext cx="9576000" cy="601518"/>
          </a:xfrm>
          <a:prstGeom prst="rect">
            <a:avLst/>
          </a:prstGeom>
        </p:spPr>
        <p:txBody>
          <a:bodyPr/>
          <a:lstStyle>
            <a:lvl1pPr marL="180975" indent="-180975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Char char="l"/>
              <a:defRPr sz="1400"/>
            </a:lvl1pPr>
          </a:lstStyle>
          <a:p>
            <a:pPr lvl="0"/>
            <a:r>
              <a:rPr kumimoji="1" lang="ja-JP" altLang="en-US" dirty="0"/>
              <a:t>メッセージライン</a:t>
            </a:r>
          </a:p>
        </p:txBody>
      </p:sp>
      <p:sp>
        <p:nvSpPr>
          <p:cNvPr id="11" name="テキスト プレースホルダー 32">
            <a:extLst>
              <a:ext uri="{FF2B5EF4-FFF2-40B4-BE49-F238E27FC236}">
                <a16:creationId xmlns:a16="http://schemas.microsoft.com/office/drawing/2014/main" id="{B920D211-5103-4051-A3A9-9C274F131A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5000" y="1330860"/>
            <a:ext cx="4680000" cy="530171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88913" indent="-188913">
              <a:lnSpc>
                <a:spcPct val="10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l"/>
              <a:defRPr sz="1400"/>
            </a:lvl1pPr>
            <a:lvl2pPr marL="390525" indent="-168275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sz="1200"/>
            </a:lvl2pPr>
            <a:lvl3pPr marL="541338" indent="-182563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tabLst>
                <a:tab pos="541338" algn="l"/>
              </a:tabLst>
              <a:defRPr sz="1200"/>
            </a:lvl3pPr>
            <a:lvl4pPr marL="625475" indent="-1190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/>
            </a:lvl4pPr>
            <a:lvl5pPr marL="560388" indent="0">
              <a:buNone/>
              <a:defRPr sz="1100"/>
            </a:lvl5pPr>
            <a:lvl7pPr>
              <a:buNone/>
              <a:defRPr/>
            </a:lvl7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</a:t>
            </a:r>
            <a:r>
              <a:rPr kumimoji="1" lang="en-US" altLang="ja-JP" dirty="0"/>
              <a:t>4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4"/>
            <a:endParaRPr kumimoji="1" lang="ja-JP" altLang="en-US" dirty="0"/>
          </a:p>
        </p:txBody>
      </p:sp>
      <p:sp>
        <p:nvSpPr>
          <p:cNvPr id="12" name="テキスト プレースホルダー 33">
            <a:extLst>
              <a:ext uri="{FF2B5EF4-FFF2-40B4-BE49-F238E27FC236}">
                <a16:creationId xmlns:a16="http://schemas.microsoft.com/office/drawing/2014/main" id="{767B8674-FB4E-49D8-B7D3-1BA8A8BB62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060900" y="1330860"/>
            <a:ext cx="4680000" cy="530171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88913" indent="-188913">
              <a:lnSpc>
                <a:spcPct val="10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l"/>
              <a:defRPr sz="1400"/>
            </a:lvl1pPr>
            <a:lvl2pPr marL="390525" indent="-168275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sz="1200"/>
            </a:lvl2pPr>
            <a:lvl3pPr marL="541338" indent="-182563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tabLst>
                <a:tab pos="541338" algn="l"/>
              </a:tabLst>
              <a:defRPr sz="1200"/>
            </a:lvl3pPr>
            <a:lvl4pPr marL="625475" indent="-1190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/>
            </a:lvl4pPr>
            <a:lvl5pPr marL="560388" indent="0">
              <a:buNone/>
              <a:defRPr sz="1100"/>
            </a:lvl5pPr>
            <a:lvl7pPr>
              <a:buNone/>
              <a:defRPr/>
            </a:lvl7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</a:t>
            </a:r>
            <a:r>
              <a:rPr kumimoji="1" lang="en-US" altLang="ja-JP" dirty="0"/>
              <a:t>4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4"/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AA4F847-2952-458D-872D-96B01887F69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-909697" y="-1"/>
            <a:ext cx="756001" cy="182399"/>
          </a:xfrm>
          <a:prstGeom prst="rect">
            <a:avLst/>
          </a:prstGeom>
          <a:solidFill>
            <a:srgbClr val="003599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0:53:153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7FB0F0D-EFEA-401D-8635-1D4DE70287C8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-909697" y="263167"/>
            <a:ext cx="756001" cy="182399"/>
          </a:xfrm>
          <a:prstGeom prst="rect">
            <a:avLst/>
          </a:prstGeom>
          <a:solidFill>
            <a:srgbClr val="00D4E1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0:212:225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588624F-E5D7-4447-BBE7-93A2DC9A0671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-909697" y="526335"/>
            <a:ext cx="756001" cy="182399"/>
          </a:xfrm>
          <a:prstGeom prst="rect">
            <a:avLst/>
          </a:prstGeom>
          <a:solidFill>
            <a:srgbClr val="0072CE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0:114:206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5BD22F8-E165-4086-9D11-E8DEAB655C1C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-909697" y="789503"/>
            <a:ext cx="756001" cy="182399"/>
          </a:xfrm>
          <a:prstGeom prst="rect">
            <a:avLst/>
          </a:prstGeom>
          <a:solidFill>
            <a:srgbClr val="D4ECF6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212:236:246</a:t>
            </a:r>
            <a:endParaRPr kumimoji="1" lang="ja-JP" altLang="en-US" sz="8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C8AA5AB-5FF2-489B-B80F-EB070748FE5B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-909697" y="1052673"/>
            <a:ext cx="756001" cy="182399"/>
          </a:xfrm>
          <a:prstGeom prst="rect">
            <a:avLst/>
          </a:prstGeom>
          <a:solidFill>
            <a:srgbClr val="00005A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0:0:90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32783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参考（スローガン付き）">
    <p:bg>
      <p:bgPr>
        <a:solidFill>
          <a:srgbClr val="F5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0">
            <a:extLst>
              <a:ext uri="{FF2B5EF4-FFF2-40B4-BE49-F238E27FC236}">
                <a16:creationId xmlns:a16="http://schemas.microsoft.com/office/drawing/2014/main" id="{C80D6427-B011-4307-8EBC-45C0222CC69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5001" y="531257"/>
            <a:ext cx="9576000" cy="36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just" eaLnBrk="1" hangingPunct="1">
              <a:lnSpc>
                <a:spcPts val="2100"/>
              </a:lnSpc>
            </a:pPr>
            <a:endParaRPr lang="ja-JP" altLang="en-US">
              <a:solidFill>
                <a:srgbClr val="292929"/>
              </a:solidFill>
            </a:endParaRP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A79334B4-3C12-45A1-8A70-612FD996EB8A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65000" y="207173"/>
            <a:ext cx="373776" cy="298399"/>
          </a:xfrm>
          <a:prstGeom prst="rect">
            <a:avLst/>
          </a:prstGeom>
        </p:spPr>
      </p:pic>
      <p:sp>
        <p:nvSpPr>
          <p:cNvPr id="25" name="テキスト プレースホルダー 22">
            <a:extLst>
              <a:ext uri="{FF2B5EF4-FFF2-40B4-BE49-F238E27FC236}">
                <a16:creationId xmlns:a16="http://schemas.microsoft.com/office/drawing/2014/main" id="{80735798-585A-4A3F-8F89-C66385AF20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5001" y="613723"/>
            <a:ext cx="9576000" cy="601518"/>
          </a:xfrm>
          <a:prstGeom prst="rect">
            <a:avLst/>
          </a:prstGeom>
        </p:spPr>
        <p:txBody>
          <a:bodyPr/>
          <a:lstStyle>
            <a:lvl1pPr marL="180975" indent="-180975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Char char="l"/>
              <a:defRPr sz="1400"/>
            </a:lvl1pPr>
          </a:lstStyle>
          <a:p>
            <a:pPr lvl="0"/>
            <a:r>
              <a:rPr kumimoji="1" lang="ja-JP" altLang="en-US" dirty="0"/>
              <a:t>メッセージライン</a:t>
            </a:r>
          </a:p>
        </p:txBody>
      </p:sp>
      <p:sp>
        <p:nvSpPr>
          <p:cNvPr id="10" name="テキスト プレースホルダー 32">
            <a:extLst>
              <a:ext uri="{FF2B5EF4-FFF2-40B4-BE49-F238E27FC236}">
                <a16:creationId xmlns:a16="http://schemas.microsoft.com/office/drawing/2014/main" id="{C76B8763-0FFA-4C9A-A5F2-2CA8AD37A52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5000" y="1330860"/>
            <a:ext cx="4680000" cy="530171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88913" indent="-188913">
              <a:lnSpc>
                <a:spcPct val="10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l"/>
              <a:defRPr sz="1400"/>
            </a:lvl1pPr>
            <a:lvl2pPr marL="390525" indent="-168275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sz="1200"/>
            </a:lvl2pPr>
            <a:lvl3pPr marL="541338" indent="-182563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tabLst>
                <a:tab pos="541338" algn="l"/>
              </a:tabLst>
              <a:defRPr sz="1200"/>
            </a:lvl3pPr>
            <a:lvl4pPr marL="625475" indent="-1190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/>
            </a:lvl4pPr>
            <a:lvl5pPr marL="560388" indent="0">
              <a:buNone/>
              <a:defRPr sz="1100"/>
            </a:lvl5pPr>
            <a:lvl7pPr>
              <a:buNone/>
              <a:defRPr/>
            </a:lvl7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</a:t>
            </a:r>
            <a:r>
              <a:rPr kumimoji="1" lang="en-US" altLang="ja-JP" dirty="0"/>
              <a:t>4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4"/>
            <a:endParaRPr kumimoji="1" lang="ja-JP" altLang="en-US" dirty="0"/>
          </a:p>
        </p:txBody>
      </p:sp>
      <p:sp>
        <p:nvSpPr>
          <p:cNvPr id="11" name="テキスト プレースホルダー 33">
            <a:extLst>
              <a:ext uri="{FF2B5EF4-FFF2-40B4-BE49-F238E27FC236}">
                <a16:creationId xmlns:a16="http://schemas.microsoft.com/office/drawing/2014/main" id="{6FB8F6DA-1F3E-4E7B-89E0-428507B0F21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060900" y="1330860"/>
            <a:ext cx="4680000" cy="530171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88913" indent="-188913">
              <a:lnSpc>
                <a:spcPct val="10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l"/>
              <a:defRPr sz="1400"/>
            </a:lvl1pPr>
            <a:lvl2pPr marL="390525" indent="-168275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sz="1200"/>
            </a:lvl2pPr>
            <a:lvl3pPr marL="541338" indent="-182563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tabLst>
                <a:tab pos="541338" algn="l"/>
              </a:tabLst>
              <a:defRPr sz="1200"/>
            </a:lvl3pPr>
            <a:lvl4pPr marL="625475" indent="-1190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/>
            </a:lvl4pPr>
            <a:lvl5pPr marL="560388" indent="0">
              <a:buNone/>
              <a:defRPr sz="1100"/>
            </a:lvl5pPr>
            <a:lvl7pPr>
              <a:buNone/>
              <a:defRPr/>
            </a:lvl7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</a:t>
            </a:r>
            <a:r>
              <a:rPr kumimoji="1" lang="en-US" altLang="ja-JP" dirty="0"/>
              <a:t>4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4"/>
            <a:endParaRPr kumimoji="1" lang="ja-JP" altLang="en-US" dirty="0"/>
          </a:p>
        </p:txBody>
      </p:sp>
      <p:pic>
        <p:nvPicPr>
          <p:cNvPr id="13" name="図 12" descr="グラフィカル ユーザー インターフェイス, テキスト&#10;&#10;自動的に生成された説明">
            <a:extLst>
              <a:ext uri="{FF2B5EF4-FFF2-40B4-BE49-F238E27FC236}">
                <a16:creationId xmlns:a16="http://schemas.microsoft.com/office/drawing/2014/main" id="{FC4876AB-4E11-4200-9FD8-152DB3E7A33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0964" y="105468"/>
            <a:ext cx="1729986" cy="360604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1739394-114F-47A3-AC40-6F5E06DA1228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-909697" y="-1"/>
            <a:ext cx="756001" cy="182399"/>
          </a:xfrm>
          <a:prstGeom prst="rect">
            <a:avLst/>
          </a:prstGeom>
          <a:solidFill>
            <a:srgbClr val="003599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0:53:153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95D7D8A-FED5-4B9A-B00C-78EA654B9E88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-909697" y="263167"/>
            <a:ext cx="756001" cy="182399"/>
          </a:xfrm>
          <a:prstGeom prst="rect">
            <a:avLst/>
          </a:prstGeom>
          <a:solidFill>
            <a:srgbClr val="00D4E1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0:212:225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9566F0-BCB6-476F-BC1A-2ECFC40A7BF2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-909697" y="526335"/>
            <a:ext cx="756001" cy="182399"/>
          </a:xfrm>
          <a:prstGeom prst="rect">
            <a:avLst/>
          </a:prstGeom>
          <a:solidFill>
            <a:srgbClr val="0072CE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0:114:206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9DCA27A-0762-48DA-80F8-D4272AE2C86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-909697" y="789503"/>
            <a:ext cx="756001" cy="182399"/>
          </a:xfrm>
          <a:prstGeom prst="rect">
            <a:avLst/>
          </a:prstGeom>
          <a:solidFill>
            <a:srgbClr val="D4ECF6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212:236:246</a:t>
            </a:r>
            <a:endParaRPr kumimoji="1" lang="ja-JP" altLang="en-US" sz="8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7956B0D-39C0-4C39-AEAA-F7815B7D7ED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-909697" y="1052673"/>
            <a:ext cx="756001" cy="182399"/>
          </a:xfrm>
          <a:prstGeom prst="rect">
            <a:avLst/>
          </a:prstGeom>
          <a:solidFill>
            <a:srgbClr val="00005A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0:0:90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タイトル 3">
            <a:extLst>
              <a:ext uri="{FF2B5EF4-FFF2-40B4-BE49-F238E27FC236}">
                <a16:creationId xmlns:a16="http://schemas.microsoft.com/office/drawing/2014/main" id="{3C11954C-B911-448B-BF1D-CBD1ED0FA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989" y="167415"/>
            <a:ext cx="7392374" cy="338157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510120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0">
            <a:extLst>
              <a:ext uri="{FF2B5EF4-FFF2-40B4-BE49-F238E27FC236}">
                <a16:creationId xmlns:a16="http://schemas.microsoft.com/office/drawing/2014/main" id="{C80D6427-B011-4307-8EBC-45C0222CC69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5001" y="531257"/>
            <a:ext cx="9576000" cy="36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just" eaLnBrk="1" hangingPunct="1">
              <a:lnSpc>
                <a:spcPts val="2100"/>
              </a:lnSpc>
            </a:pPr>
            <a:endParaRPr lang="ja-JP" altLang="en-US">
              <a:solidFill>
                <a:srgbClr val="292929"/>
              </a:solidFill>
            </a:endParaRP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A79334B4-3C12-45A1-8A70-612FD996EB8A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65000" y="207173"/>
            <a:ext cx="373776" cy="298399"/>
          </a:xfrm>
          <a:prstGeom prst="rect">
            <a:avLst/>
          </a:prstGeom>
        </p:spPr>
      </p:pic>
      <p:sp>
        <p:nvSpPr>
          <p:cNvPr id="18" name="タイトル 3">
            <a:extLst>
              <a:ext uri="{FF2B5EF4-FFF2-40B4-BE49-F238E27FC236}">
                <a16:creationId xmlns:a16="http://schemas.microsoft.com/office/drawing/2014/main" id="{9BE97DA9-A20B-41A1-822C-B72E8DD40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989" y="167415"/>
            <a:ext cx="7392374" cy="338157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25" name="テキスト プレースホルダー 22">
            <a:extLst>
              <a:ext uri="{FF2B5EF4-FFF2-40B4-BE49-F238E27FC236}">
                <a16:creationId xmlns:a16="http://schemas.microsoft.com/office/drawing/2014/main" id="{80735798-585A-4A3F-8F89-C66385AF20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5001" y="613723"/>
            <a:ext cx="9576000" cy="601518"/>
          </a:xfrm>
          <a:prstGeom prst="rect">
            <a:avLst/>
          </a:prstGeom>
        </p:spPr>
        <p:txBody>
          <a:bodyPr/>
          <a:lstStyle>
            <a:lvl1pPr marL="180975" indent="-180975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Char char="l"/>
              <a:defRPr sz="1400"/>
            </a:lvl1pPr>
          </a:lstStyle>
          <a:p>
            <a:pPr lvl="0"/>
            <a:r>
              <a:rPr kumimoji="1" lang="ja-JP" altLang="en-US" dirty="0"/>
              <a:t>メッセージライン</a:t>
            </a:r>
          </a:p>
        </p:txBody>
      </p:sp>
      <p:sp>
        <p:nvSpPr>
          <p:cNvPr id="10" name="テキスト プレースホルダー 32">
            <a:extLst>
              <a:ext uri="{FF2B5EF4-FFF2-40B4-BE49-F238E27FC236}">
                <a16:creationId xmlns:a16="http://schemas.microsoft.com/office/drawing/2014/main" id="{3702DEC3-BC55-4139-ACD8-8F210047B66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5000" y="1330860"/>
            <a:ext cx="4680000" cy="530171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88913" indent="-188913">
              <a:lnSpc>
                <a:spcPct val="10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l"/>
              <a:defRPr sz="1400"/>
            </a:lvl1pPr>
            <a:lvl2pPr marL="390525" indent="-168275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sz="1200"/>
            </a:lvl2pPr>
            <a:lvl3pPr marL="541338" indent="-182563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tabLst>
                <a:tab pos="541338" algn="l"/>
              </a:tabLst>
              <a:defRPr sz="1200"/>
            </a:lvl3pPr>
            <a:lvl4pPr marL="625475" indent="-1190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/>
            </a:lvl4pPr>
            <a:lvl5pPr marL="560388" indent="0">
              <a:buNone/>
              <a:defRPr sz="1100"/>
            </a:lvl5pPr>
            <a:lvl7pPr>
              <a:buNone/>
              <a:defRPr/>
            </a:lvl7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</a:t>
            </a:r>
            <a:r>
              <a:rPr kumimoji="1" lang="en-US" altLang="ja-JP" dirty="0"/>
              <a:t>4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4"/>
            <a:endParaRPr kumimoji="1" lang="ja-JP" altLang="en-US" dirty="0"/>
          </a:p>
        </p:txBody>
      </p:sp>
      <p:sp>
        <p:nvSpPr>
          <p:cNvPr id="11" name="テキスト プレースホルダー 33">
            <a:extLst>
              <a:ext uri="{FF2B5EF4-FFF2-40B4-BE49-F238E27FC236}">
                <a16:creationId xmlns:a16="http://schemas.microsoft.com/office/drawing/2014/main" id="{CB065E3A-67FC-4775-A9B8-E90F1C103D1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060900" y="1330860"/>
            <a:ext cx="4680000" cy="530171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88913" indent="-188913">
              <a:lnSpc>
                <a:spcPct val="10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l"/>
              <a:defRPr sz="1400"/>
            </a:lvl1pPr>
            <a:lvl2pPr marL="390525" indent="-168275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sz="1200"/>
            </a:lvl2pPr>
            <a:lvl3pPr marL="541338" indent="-182563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tabLst>
                <a:tab pos="541338" algn="l"/>
              </a:tabLst>
              <a:defRPr sz="1200"/>
            </a:lvl3pPr>
            <a:lvl4pPr marL="625475" indent="-1190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/>
            </a:lvl4pPr>
            <a:lvl5pPr marL="560388" indent="0">
              <a:buNone/>
              <a:defRPr sz="1100"/>
            </a:lvl5pPr>
            <a:lvl7pPr>
              <a:buNone/>
              <a:defRPr/>
            </a:lvl7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</a:t>
            </a:r>
            <a:r>
              <a:rPr kumimoji="1" lang="en-US" altLang="ja-JP" dirty="0"/>
              <a:t>4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4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34F813C-6066-423A-9039-2DF9BB5A03E8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-909697" y="-1"/>
            <a:ext cx="756001" cy="182399"/>
          </a:xfrm>
          <a:prstGeom prst="rect">
            <a:avLst/>
          </a:prstGeom>
          <a:solidFill>
            <a:srgbClr val="003599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0:53:153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791E733-7EF3-4C9C-8BB7-E33D851A148B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-909697" y="263167"/>
            <a:ext cx="756001" cy="182399"/>
          </a:xfrm>
          <a:prstGeom prst="rect">
            <a:avLst/>
          </a:prstGeom>
          <a:solidFill>
            <a:srgbClr val="00D4E1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0:212:225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CF87E68-A882-4616-9946-8D7D17007127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-909697" y="526335"/>
            <a:ext cx="756001" cy="182399"/>
          </a:xfrm>
          <a:prstGeom prst="rect">
            <a:avLst/>
          </a:prstGeom>
          <a:solidFill>
            <a:srgbClr val="0072CE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0:114:206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B653E7C-B09B-47A0-B7A9-62ECCACE4DE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-909697" y="789503"/>
            <a:ext cx="756001" cy="182399"/>
          </a:xfrm>
          <a:prstGeom prst="rect">
            <a:avLst/>
          </a:prstGeom>
          <a:solidFill>
            <a:srgbClr val="D4ECF6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212:236:246</a:t>
            </a:r>
            <a:endParaRPr kumimoji="1" lang="ja-JP" altLang="en-US" sz="8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7666694-62E0-4D92-800C-DD4CFEB3CA1E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-909697" y="1052673"/>
            <a:ext cx="756001" cy="182399"/>
          </a:xfrm>
          <a:prstGeom prst="rect">
            <a:avLst/>
          </a:prstGeom>
          <a:solidFill>
            <a:srgbClr val="00005A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0:0:90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4074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参考">
    <p:bg>
      <p:bgPr>
        <a:solidFill>
          <a:srgbClr val="F5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0">
            <a:extLst>
              <a:ext uri="{FF2B5EF4-FFF2-40B4-BE49-F238E27FC236}">
                <a16:creationId xmlns:a16="http://schemas.microsoft.com/office/drawing/2014/main" id="{C80D6427-B011-4307-8EBC-45C0222CC69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5001" y="531257"/>
            <a:ext cx="9576000" cy="36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just" eaLnBrk="1" hangingPunct="1">
              <a:lnSpc>
                <a:spcPts val="2100"/>
              </a:lnSpc>
            </a:pPr>
            <a:endParaRPr lang="ja-JP" altLang="en-US">
              <a:solidFill>
                <a:srgbClr val="292929"/>
              </a:solidFill>
            </a:endParaRP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A79334B4-3C12-45A1-8A70-612FD996EB8A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65000" y="207173"/>
            <a:ext cx="373776" cy="298399"/>
          </a:xfrm>
          <a:prstGeom prst="rect">
            <a:avLst/>
          </a:prstGeom>
        </p:spPr>
      </p:pic>
      <p:sp>
        <p:nvSpPr>
          <p:cNvPr id="18" name="タイトル 3">
            <a:extLst>
              <a:ext uri="{FF2B5EF4-FFF2-40B4-BE49-F238E27FC236}">
                <a16:creationId xmlns:a16="http://schemas.microsoft.com/office/drawing/2014/main" id="{9BE97DA9-A20B-41A1-822C-B72E8DD40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989" y="167415"/>
            <a:ext cx="7392374" cy="338157"/>
          </a:xfrm>
          <a:prstGeom prst="rect">
            <a:avLst/>
          </a:prstGeom>
          <a:solidFill>
            <a:srgbClr val="F5FBFF"/>
          </a:solidFill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25" name="テキスト プレースホルダー 22">
            <a:extLst>
              <a:ext uri="{FF2B5EF4-FFF2-40B4-BE49-F238E27FC236}">
                <a16:creationId xmlns:a16="http://schemas.microsoft.com/office/drawing/2014/main" id="{80735798-585A-4A3F-8F89-C66385AF20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5001" y="613723"/>
            <a:ext cx="9576000" cy="601518"/>
          </a:xfrm>
          <a:prstGeom prst="rect">
            <a:avLst/>
          </a:prstGeom>
        </p:spPr>
        <p:txBody>
          <a:bodyPr/>
          <a:lstStyle>
            <a:lvl1pPr marL="180975" indent="-180975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Char char="l"/>
              <a:defRPr sz="1400"/>
            </a:lvl1pPr>
          </a:lstStyle>
          <a:p>
            <a:pPr lvl="0"/>
            <a:r>
              <a:rPr kumimoji="1" lang="ja-JP" altLang="en-US" dirty="0"/>
              <a:t>メッセージライン</a:t>
            </a:r>
          </a:p>
        </p:txBody>
      </p:sp>
      <p:sp>
        <p:nvSpPr>
          <p:cNvPr id="10" name="テキスト プレースホルダー 32">
            <a:extLst>
              <a:ext uri="{FF2B5EF4-FFF2-40B4-BE49-F238E27FC236}">
                <a16:creationId xmlns:a16="http://schemas.microsoft.com/office/drawing/2014/main" id="{C76B8763-0FFA-4C9A-A5F2-2CA8AD37A52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5000" y="1330860"/>
            <a:ext cx="4680000" cy="530171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88913" indent="-188913">
              <a:lnSpc>
                <a:spcPct val="10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l"/>
              <a:defRPr sz="1400"/>
            </a:lvl1pPr>
            <a:lvl2pPr marL="390525" indent="-168275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sz="1200"/>
            </a:lvl2pPr>
            <a:lvl3pPr marL="541338" indent="-182563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tabLst>
                <a:tab pos="541338" algn="l"/>
              </a:tabLst>
              <a:defRPr sz="1200"/>
            </a:lvl3pPr>
            <a:lvl4pPr marL="625475" indent="-1190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/>
            </a:lvl4pPr>
            <a:lvl5pPr marL="560388" indent="0">
              <a:buNone/>
              <a:defRPr sz="1100"/>
            </a:lvl5pPr>
            <a:lvl7pPr>
              <a:buNone/>
              <a:defRPr/>
            </a:lvl7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</a:t>
            </a:r>
            <a:r>
              <a:rPr kumimoji="1" lang="en-US" altLang="ja-JP" dirty="0"/>
              <a:t>4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4"/>
            <a:endParaRPr kumimoji="1" lang="ja-JP" altLang="en-US" dirty="0"/>
          </a:p>
        </p:txBody>
      </p:sp>
      <p:sp>
        <p:nvSpPr>
          <p:cNvPr id="11" name="テキスト プレースホルダー 33">
            <a:extLst>
              <a:ext uri="{FF2B5EF4-FFF2-40B4-BE49-F238E27FC236}">
                <a16:creationId xmlns:a16="http://schemas.microsoft.com/office/drawing/2014/main" id="{6FB8F6DA-1F3E-4E7B-89E0-428507B0F21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060900" y="1330860"/>
            <a:ext cx="4680000" cy="530171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88913" indent="-188913">
              <a:lnSpc>
                <a:spcPct val="10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l"/>
              <a:defRPr sz="1400"/>
            </a:lvl1pPr>
            <a:lvl2pPr marL="390525" indent="-168275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sz="1200"/>
            </a:lvl2pPr>
            <a:lvl3pPr marL="541338" indent="-182563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tabLst>
                <a:tab pos="541338" algn="l"/>
              </a:tabLst>
              <a:defRPr sz="1200"/>
            </a:lvl3pPr>
            <a:lvl4pPr marL="625475" indent="-1190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/>
            </a:lvl4pPr>
            <a:lvl5pPr marL="560388" indent="0">
              <a:buNone/>
              <a:defRPr sz="1100"/>
            </a:lvl5pPr>
            <a:lvl7pPr>
              <a:buNone/>
              <a:defRPr/>
            </a:lvl7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</a:t>
            </a:r>
            <a:r>
              <a:rPr kumimoji="1" lang="en-US" altLang="ja-JP" dirty="0"/>
              <a:t>4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4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D0E39AC-F143-4B6D-B101-D610A994BD6F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-909697" y="-1"/>
            <a:ext cx="756001" cy="182399"/>
          </a:xfrm>
          <a:prstGeom prst="rect">
            <a:avLst/>
          </a:prstGeom>
          <a:solidFill>
            <a:srgbClr val="003599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0:53:153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F7C91BA-00A9-4251-BE50-D7E7DDE750AE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-909697" y="263167"/>
            <a:ext cx="756001" cy="182399"/>
          </a:xfrm>
          <a:prstGeom prst="rect">
            <a:avLst/>
          </a:prstGeom>
          <a:solidFill>
            <a:srgbClr val="00D4E1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0:212:225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5EEE7C3-83CE-4095-BE0F-5CAE5C534B01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-909697" y="526335"/>
            <a:ext cx="756001" cy="182399"/>
          </a:xfrm>
          <a:prstGeom prst="rect">
            <a:avLst/>
          </a:prstGeom>
          <a:solidFill>
            <a:srgbClr val="0072CE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0:114:206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A842A58-DE37-4DF8-B324-DA49518E786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-909697" y="789503"/>
            <a:ext cx="756001" cy="182399"/>
          </a:xfrm>
          <a:prstGeom prst="rect">
            <a:avLst/>
          </a:prstGeom>
          <a:solidFill>
            <a:srgbClr val="D4ECF6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212:236:246</a:t>
            </a:r>
            <a:endParaRPr kumimoji="1" lang="ja-JP" altLang="en-US" sz="8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DAFFED5-7727-47D9-89BA-5765FBE9E76B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-909697" y="1052673"/>
            <a:ext cx="756001" cy="182399"/>
          </a:xfrm>
          <a:prstGeom prst="rect">
            <a:avLst/>
          </a:prstGeom>
          <a:solidFill>
            <a:srgbClr val="00005A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0:0:90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48053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A85B13E-7D5C-4206-AB5E-9094239F439D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-909697" y="-1"/>
            <a:ext cx="756001" cy="182399"/>
          </a:xfrm>
          <a:prstGeom prst="rect">
            <a:avLst/>
          </a:prstGeom>
          <a:solidFill>
            <a:srgbClr val="003599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0:53:153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96D456E-F47B-48F4-9542-65EE21857DE8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-909697" y="263167"/>
            <a:ext cx="756001" cy="182399"/>
          </a:xfrm>
          <a:prstGeom prst="rect">
            <a:avLst/>
          </a:prstGeom>
          <a:solidFill>
            <a:srgbClr val="00D4E1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0:212:225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228E09A-6ADA-4D25-8B7D-E147765BD9B7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-909697" y="526335"/>
            <a:ext cx="756001" cy="182399"/>
          </a:xfrm>
          <a:prstGeom prst="rect">
            <a:avLst/>
          </a:prstGeom>
          <a:solidFill>
            <a:srgbClr val="0072CE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0:114:206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A6C98B1-548E-48DB-B34E-589854E8D5C2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-909697" y="789503"/>
            <a:ext cx="756001" cy="182399"/>
          </a:xfrm>
          <a:prstGeom prst="rect">
            <a:avLst/>
          </a:prstGeom>
          <a:solidFill>
            <a:srgbClr val="D4ECF6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212:236:246</a:t>
            </a:r>
            <a:endParaRPr kumimoji="1" lang="ja-JP" altLang="en-US" sz="8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5012D58-369D-423E-AC6F-22EEAA63967B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-909697" y="1052673"/>
            <a:ext cx="756001" cy="182399"/>
          </a:xfrm>
          <a:prstGeom prst="rect">
            <a:avLst/>
          </a:prstGeom>
          <a:solidFill>
            <a:srgbClr val="00005A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0:0:90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17126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ystem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vider">
            <a:extLst>
              <a:ext uri="{FF2B5EF4-FFF2-40B4-BE49-F238E27FC236}">
                <a16:creationId xmlns:a16="http://schemas.microsoft.com/office/drawing/2014/main" id="{15E2569B-B8B3-4224-A450-7B97C2351A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5001" y="531257"/>
            <a:ext cx="9576000" cy="36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just" eaLnBrk="1" hangingPunct="1">
              <a:lnSpc>
                <a:spcPts val="2100"/>
              </a:lnSpc>
            </a:pPr>
            <a:endParaRPr lang="ja-JP" altLang="en-US">
              <a:solidFill>
                <a:srgbClr val="292929"/>
              </a:solidFill>
            </a:endParaRPr>
          </a:p>
        </p:txBody>
      </p:sp>
      <p:pic>
        <p:nvPicPr>
          <p:cNvPr id="7" name="Left_logo">
            <a:extLst>
              <a:ext uri="{FF2B5EF4-FFF2-40B4-BE49-F238E27FC236}">
                <a16:creationId xmlns:a16="http://schemas.microsoft.com/office/drawing/2014/main" id="{F3661C76-C675-49DB-B525-EB7CF4013ED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65000" y="207173"/>
            <a:ext cx="373776" cy="298399"/>
          </a:xfrm>
          <a:prstGeom prst="rect">
            <a:avLst/>
          </a:prstGeom>
        </p:spPr>
      </p:pic>
      <p:pic>
        <p:nvPicPr>
          <p:cNvPr id="14" name="Right_logo" descr="日本総研">
            <a:extLst>
              <a:ext uri="{FF2B5EF4-FFF2-40B4-BE49-F238E27FC236}">
                <a16:creationId xmlns:a16="http://schemas.microsoft.com/office/drawing/2014/main" id="{A1E681BE-DDDE-417A-8024-1FB575863D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51520" y="-888"/>
            <a:ext cx="1391109" cy="324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olor_range1">
            <a:extLst>
              <a:ext uri="{FF2B5EF4-FFF2-40B4-BE49-F238E27FC236}">
                <a16:creationId xmlns:a16="http://schemas.microsoft.com/office/drawing/2014/main" id="{4DE0BA28-4882-465B-906D-484A9BBD0C44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-909697" y="-1"/>
            <a:ext cx="756001" cy="182399"/>
          </a:xfrm>
          <a:prstGeom prst="rect">
            <a:avLst/>
          </a:prstGeom>
          <a:solidFill>
            <a:srgbClr val="003599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0:53:153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Color_range2">
            <a:extLst>
              <a:ext uri="{FF2B5EF4-FFF2-40B4-BE49-F238E27FC236}">
                <a16:creationId xmlns:a16="http://schemas.microsoft.com/office/drawing/2014/main" id="{F18A3C52-CB6E-4850-BF21-4C38CF2EB17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-909697" y="263167"/>
            <a:ext cx="756001" cy="182399"/>
          </a:xfrm>
          <a:prstGeom prst="rect">
            <a:avLst/>
          </a:prstGeom>
          <a:solidFill>
            <a:srgbClr val="00D4E1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0:212:225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Color_range3">
            <a:extLst>
              <a:ext uri="{FF2B5EF4-FFF2-40B4-BE49-F238E27FC236}">
                <a16:creationId xmlns:a16="http://schemas.microsoft.com/office/drawing/2014/main" id="{FF7E8260-6F1E-C75B-E4AD-4379FBAB364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-909697" y="526335"/>
            <a:ext cx="756001" cy="182399"/>
          </a:xfrm>
          <a:prstGeom prst="rect">
            <a:avLst/>
          </a:prstGeom>
          <a:solidFill>
            <a:srgbClr val="0072CE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0:114:206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Color_range4">
            <a:extLst>
              <a:ext uri="{FF2B5EF4-FFF2-40B4-BE49-F238E27FC236}">
                <a16:creationId xmlns:a16="http://schemas.microsoft.com/office/drawing/2014/main" id="{00982542-2517-460F-9ED2-68274CDA3C49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-909697" y="789503"/>
            <a:ext cx="756001" cy="182399"/>
          </a:xfrm>
          <a:prstGeom prst="rect">
            <a:avLst/>
          </a:prstGeom>
          <a:solidFill>
            <a:srgbClr val="D4ECF6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212:236:246</a:t>
            </a:r>
            <a:endParaRPr kumimoji="1" lang="ja-JP" altLang="en-US" sz="8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Color_range5">
            <a:extLst>
              <a:ext uri="{FF2B5EF4-FFF2-40B4-BE49-F238E27FC236}">
                <a16:creationId xmlns:a16="http://schemas.microsoft.com/office/drawing/2014/main" id="{69C53D93-717B-48A2-9CA0-523B5CE0F5AB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-880513" y="1052671"/>
            <a:ext cx="756001" cy="182399"/>
          </a:xfrm>
          <a:prstGeom prst="rect">
            <a:avLst/>
          </a:prstGeom>
          <a:solidFill>
            <a:srgbClr val="00005A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0:0:90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Message_line">
            <a:extLst>
              <a:ext uri="{FF2B5EF4-FFF2-40B4-BE49-F238E27FC236}">
                <a16:creationId xmlns:a16="http://schemas.microsoft.com/office/drawing/2014/main" id="{73EA0086-EA5B-43BB-A266-3F41E30EBF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513" y="613722"/>
            <a:ext cx="9577487" cy="1213343"/>
          </a:xfrm>
          <a:prstGeom prst="rect">
            <a:avLst/>
          </a:prstGeom>
        </p:spPr>
        <p:txBody>
          <a:bodyPr/>
          <a:lstStyle>
            <a:lvl1pPr marL="180975" indent="-180975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Char char="l"/>
              <a:defRPr sz="1400"/>
            </a:lvl1pPr>
          </a:lstStyle>
          <a:p>
            <a:pPr lvl="0"/>
            <a:r>
              <a:rPr kumimoji="1" lang="ja-JP" altLang="en-US" dirty="0"/>
              <a:t>メッセージライン</a:t>
            </a:r>
          </a:p>
        </p:txBody>
      </p:sp>
      <p:sp>
        <p:nvSpPr>
          <p:cNvPr id="4" name="Date_dept">
            <a:extLst>
              <a:ext uri="{FF2B5EF4-FFF2-40B4-BE49-F238E27FC236}">
                <a16:creationId xmlns:a16="http://schemas.microsoft.com/office/drawing/2014/main" id="{761F2B0E-4B1D-586D-AC55-0B4FC8A91A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577" y="343240"/>
            <a:ext cx="1737327" cy="188019"/>
          </a:xfrm>
          <a:prstGeom prst="rect">
            <a:avLst/>
          </a:prstGeom>
        </p:spPr>
        <p:txBody>
          <a:bodyPr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50"/>
            </a:lvl1pPr>
          </a:lstStyle>
          <a:p>
            <a:pPr lvl="0"/>
            <a:endParaRPr kumimoji="1" lang="en-US" altLang="ja-JP" dirty="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D4F05EEE-DE7B-40B5-BCB1-83E14D7FF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989" y="167415"/>
            <a:ext cx="7392374" cy="338157"/>
          </a:xfrm>
          <a:prstGeom prst="rect">
            <a:avLst/>
          </a:prstGeom>
        </p:spPr>
        <p:txBody>
          <a:bodyPr anchor="ctr"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24" name="Schedule_box_title">
            <a:extLst>
              <a:ext uri="{FF2B5EF4-FFF2-40B4-BE49-F238E27FC236}">
                <a16:creationId xmlns:a16="http://schemas.microsoft.com/office/drawing/2014/main" id="{11462386-2C2A-2614-A1B8-EEC5FC6704D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3513" y="1935856"/>
            <a:ext cx="9575906" cy="314325"/>
          </a:xfrm>
          <a:prstGeom prst="rect">
            <a:avLst/>
          </a:prstGeom>
          <a:solidFill>
            <a:srgbClr val="004874"/>
          </a:solidFill>
        </p:spPr>
        <p:txBody>
          <a:bodyPr/>
          <a:lstStyle>
            <a:lvl1pPr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スケジュール</a:t>
            </a:r>
          </a:p>
        </p:txBody>
      </p:sp>
      <p:sp>
        <p:nvSpPr>
          <p:cNvPr id="11" name="Schedule_box">
            <a:extLst>
              <a:ext uri="{FF2B5EF4-FFF2-40B4-BE49-F238E27FC236}">
                <a16:creationId xmlns:a16="http://schemas.microsoft.com/office/drawing/2014/main" id="{FEEB086B-4304-E3FE-520A-8F8AF973F5FE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163512" y="2250181"/>
            <a:ext cx="9575905" cy="4264579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750968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ystem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eft_logo">
            <a:extLst>
              <a:ext uri="{FF2B5EF4-FFF2-40B4-BE49-F238E27FC236}">
                <a16:creationId xmlns:a16="http://schemas.microsoft.com/office/drawing/2014/main" id="{F3661C76-C675-49DB-B525-EB7CF4013ED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65000" y="207173"/>
            <a:ext cx="373776" cy="298399"/>
          </a:xfrm>
          <a:prstGeom prst="rect">
            <a:avLst/>
          </a:prstGeom>
        </p:spPr>
      </p:pic>
      <p:pic>
        <p:nvPicPr>
          <p:cNvPr id="14" name="Right_logo" descr="日本総研">
            <a:extLst>
              <a:ext uri="{FF2B5EF4-FFF2-40B4-BE49-F238E27FC236}">
                <a16:creationId xmlns:a16="http://schemas.microsoft.com/office/drawing/2014/main" id="{A1E681BE-DDDE-417A-8024-1FB575863D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51520" y="-888"/>
            <a:ext cx="1391109" cy="324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olor_range1">
            <a:extLst>
              <a:ext uri="{FF2B5EF4-FFF2-40B4-BE49-F238E27FC236}">
                <a16:creationId xmlns:a16="http://schemas.microsoft.com/office/drawing/2014/main" id="{4DE0BA28-4882-465B-906D-484A9BBD0C44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-909697" y="-1"/>
            <a:ext cx="756001" cy="182399"/>
          </a:xfrm>
          <a:prstGeom prst="rect">
            <a:avLst/>
          </a:prstGeom>
          <a:solidFill>
            <a:srgbClr val="003599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0:53:153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Color_range2">
            <a:extLst>
              <a:ext uri="{FF2B5EF4-FFF2-40B4-BE49-F238E27FC236}">
                <a16:creationId xmlns:a16="http://schemas.microsoft.com/office/drawing/2014/main" id="{F18A3C52-CB6E-4850-BF21-4C38CF2EB17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-909697" y="263167"/>
            <a:ext cx="756001" cy="182399"/>
          </a:xfrm>
          <a:prstGeom prst="rect">
            <a:avLst/>
          </a:prstGeom>
          <a:solidFill>
            <a:srgbClr val="00D4E1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0:212:225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Color_range3">
            <a:extLst>
              <a:ext uri="{FF2B5EF4-FFF2-40B4-BE49-F238E27FC236}">
                <a16:creationId xmlns:a16="http://schemas.microsoft.com/office/drawing/2014/main" id="{FF7E8260-6F1E-C75B-E4AD-4379FBAB364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-909697" y="526335"/>
            <a:ext cx="756001" cy="182399"/>
          </a:xfrm>
          <a:prstGeom prst="rect">
            <a:avLst/>
          </a:prstGeom>
          <a:solidFill>
            <a:srgbClr val="0072CE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0:114:206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Color_range4">
            <a:extLst>
              <a:ext uri="{FF2B5EF4-FFF2-40B4-BE49-F238E27FC236}">
                <a16:creationId xmlns:a16="http://schemas.microsoft.com/office/drawing/2014/main" id="{00982542-2517-460F-9ED2-68274CDA3C49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-909697" y="789503"/>
            <a:ext cx="756001" cy="182399"/>
          </a:xfrm>
          <a:prstGeom prst="rect">
            <a:avLst/>
          </a:prstGeom>
          <a:solidFill>
            <a:srgbClr val="D4ECF6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212:236:246</a:t>
            </a:r>
            <a:endParaRPr kumimoji="1" lang="ja-JP" altLang="en-US" sz="8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Color_range5">
            <a:extLst>
              <a:ext uri="{FF2B5EF4-FFF2-40B4-BE49-F238E27FC236}">
                <a16:creationId xmlns:a16="http://schemas.microsoft.com/office/drawing/2014/main" id="{69C53D93-717B-48A2-9CA0-523B5CE0F5AB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-880513" y="1052671"/>
            <a:ext cx="756001" cy="182399"/>
          </a:xfrm>
          <a:prstGeom prst="rect">
            <a:avLst/>
          </a:prstGeom>
          <a:solidFill>
            <a:srgbClr val="00005A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0:0:90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Date_dept">
            <a:extLst>
              <a:ext uri="{FF2B5EF4-FFF2-40B4-BE49-F238E27FC236}">
                <a16:creationId xmlns:a16="http://schemas.microsoft.com/office/drawing/2014/main" id="{761F2B0E-4B1D-586D-AC55-0B4FC8A91A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577" y="343240"/>
            <a:ext cx="1737327" cy="188019"/>
          </a:xfrm>
          <a:prstGeom prst="rect">
            <a:avLst/>
          </a:prstGeom>
        </p:spPr>
        <p:txBody>
          <a:bodyPr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50"/>
            </a:lvl1pPr>
          </a:lstStyle>
          <a:p>
            <a:pPr lvl="0"/>
            <a:endParaRPr kumimoji="1" lang="en-US" altLang="ja-JP" dirty="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D4F05EEE-DE7B-40B5-BCB1-83E14D7FF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989" y="167415"/>
            <a:ext cx="7392374" cy="338157"/>
          </a:xfrm>
          <a:prstGeom prst="rect">
            <a:avLst/>
          </a:prstGeom>
        </p:spPr>
        <p:txBody>
          <a:bodyPr anchor="ctr"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11" name="Organization_box_1">
            <a:extLst>
              <a:ext uri="{FF2B5EF4-FFF2-40B4-BE49-F238E27FC236}">
                <a16:creationId xmlns:a16="http://schemas.microsoft.com/office/drawing/2014/main" id="{FEEB086B-4304-E3FE-520A-8F8AF973F5FE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163512" y="592943"/>
            <a:ext cx="2951477" cy="592181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8" name="Organization_box_2">
            <a:extLst>
              <a:ext uri="{FF2B5EF4-FFF2-40B4-BE49-F238E27FC236}">
                <a16:creationId xmlns:a16="http://schemas.microsoft.com/office/drawing/2014/main" id="{A2F75DA5-F2ED-07C2-0775-8DDD2507130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475366" y="592943"/>
            <a:ext cx="2951477" cy="592181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Organization_box_3">
            <a:extLst>
              <a:ext uri="{FF2B5EF4-FFF2-40B4-BE49-F238E27FC236}">
                <a16:creationId xmlns:a16="http://schemas.microsoft.com/office/drawing/2014/main" id="{ED13C212-72FA-3CFC-A494-A6F650257DB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787220" y="592943"/>
            <a:ext cx="2951477" cy="592181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954376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ystem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vider">
            <a:extLst>
              <a:ext uri="{FF2B5EF4-FFF2-40B4-BE49-F238E27FC236}">
                <a16:creationId xmlns:a16="http://schemas.microsoft.com/office/drawing/2014/main" id="{15E2569B-B8B3-4224-A450-7B97C2351A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5001" y="531257"/>
            <a:ext cx="9576000" cy="36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just" eaLnBrk="1" hangingPunct="1">
              <a:lnSpc>
                <a:spcPts val="2100"/>
              </a:lnSpc>
            </a:pPr>
            <a:endParaRPr lang="ja-JP" altLang="en-US">
              <a:solidFill>
                <a:srgbClr val="292929"/>
              </a:solidFill>
            </a:endParaRPr>
          </a:p>
        </p:txBody>
      </p:sp>
      <p:pic>
        <p:nvPicPr>
          <p:cNvPr id="7" name="Left_logo">
            <a:extLst>
              <a:ext uri="{FF2B5EF4-FFF2-40B4-BE49-F238E27FC236}">
                <a16:creationId xmlns:a16="http://schemas.microsoft.com/office/drawing/2014/main" id="{F3661C76-C675-49DB-B525-EB7CF4013ED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65000" y="207173"/>
            <a:ext cx="373776" cy="298399"/>
          </a:xfrm>
          <a:prstGeom prst="rect">
            <a:avLst/>
          </a:prstGeom>
        </p:spPr>
      </p:pic>
      <p:pic>
        <p:nvPicPr>
          <p:cNvPr id="14" name="Right_logo" descr="日本総研">
            <a:extLst>
              <a:ext uri="{FF2B5EF4-FFF2-40B4-BE49-F238E27FC236}">
                <a16:creationId xmlns:a16="http://schemas.microsoft.com/office/drawing/2014/main" id="{A1E681BE-DDDE-417A-8024-1FB575863D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51520" y="-888"/>
            <a:ext cx="1391109" cy="324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olor_range1">
            <a:extLst>
              <a:ext uri="{FF2B5EF4-FFF2-40B4-BE49-F238E27FC236}">
                <a16:creationId xmlns:a16="http://schemas.microsoft.com/office/drawing/2014/main" id="{4DE0BA28-4882-465B-906D-484A9BBD0C44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-909697" y="-1"/>
            <a:ext cx="756001" cy="182399"/>
          </a:xfrm>
          <a:prstGeom prst="rect">
            <a:avLst/>
          </a:prstGeom>
          <a:solidFill>
            <a:srgbClr val="003599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0:53:153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Color_range2">
            <a:extLst>
              <a:ext uri="{FF2B5EF4-FFF2-40B4-BE49-F238E27FC236}">
                <a16:creationId xmlns:a16="http://schemas.microsoft.com/office/drawing/2014/main" id="{F18A3C52-CB6E-4850-BF21-4C38CF2EB17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-909697" y="263167"/>
            <a:ext cx="756001" cy="182399"/>
          </a:xfrm>
          <a:prstGeom prst="rect">
            <a:avLst/>
          </a:prstGeom>
          <a:solidFill>
            <a:srgbClr val="00D4E1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0:212:225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Color_range3">
            <a:extLst>
              <a:ext uri="{FF2B5EF4-FFF2-40B4-BE49-F238E27FC236}">
                <a16:creationId xmlns:a16="http://schemas.microsoft.com/office/drawing/2014/main" id="{FF7E8260-6F1E-C75B-E4AD-4379FBAB364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-909697" y="526335"/>
            <a:ext cx="756001" cy="182399"/>
          </a:xfrm>
          <a:prstGeom prst="rect">
            <a:avLst/>
          </a:prstGeom>
          <a:solidFill>
            <a:srgbClr val="0072CE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0:114:206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Color_range4">
            <a:extLst>
              <a:ext uri="{FF2B5EF4-FFF2-40B4-BE49-F238E27FC236}">
                <a16:creationId xmlns:a16="http://schemas.microsoft.com/office/drawing/2014/main" id="{00982542-2517-460F-9ED2-68274CDA3C49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-909697" y="789503"/>
            <a:ext cx="756001" cy="182399"/>
          </a:xfrm>
          <a:prstGeom prst="rect">
            <a:avLst/>
          </a:prstGeom>
          <a:solidFill>
            <a:srgbClr val="D4ECF6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212:236:246</a:t>
            </a:r>
            <a:endParaRPr kumimoji="1" lang="ja-JP" altLang="en-US" sz="8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Color_range5">
            <a:extLst>
              <a:ext uri="{FF2B5EF4-FFF2-40B4-BE49-F238E27FC236}">
                <a16:creationId xmlns:a16="http://schemas.microsoft.com/office/drawing/2014/main" id="{69C53D93-717B-48A2-9CA0-523B5CE0F5AB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-880513" y="1052671"/>
            <a:ext cx="756001" cy="182399"/>
          </a:xfrm>
          <a:prstGeom prst="rect">
            <a:avLst/>
          </a:prstGeom>
          <a:solidFill>
            <a:srgbClr val="00005A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0:0:90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Message_line">
            <a:extLst>
              <a:ext uri="{FF2B5EF4-FFF2-40B4-BE49-F238E27FC236}">
                <a16:creationId xmlns:a16="http://schemas.microsoft.com/office/drawing/2014/main" id="{73EA0086-EA5B-43BB-A266-3F41E30EBF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513" y="613722"/>
            <a:ext cx="9577487" cy="1213343"/>
          </a:xfrm>
          <a:prstGeom prst="rect">
            <a:avLst/>
          </a:prstGeom>
        </p:spPr>
        <p:txBody>
          <a:bodyPr/>
          <a:lstStyle>
            <a:lvl1pPr marL="180975" indent="-180975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Char char="l"/>
              <a:defRPr sz="1400"/>
            </a:lvl1pPr>
          </a:lstStyle>
          <a:p>
            <a:pPr lvl="0"/>
            <a:r>
              <a:rPr kumimoji="1" lang="ja-JP" altLang="en-US" dirty="0"/>
              <a:t>メッセージライン</a:t>
            </a:r>
          </a:p>
        </p:txBody>
      </p:sp>
      <p:sp>
        <p:nvSpPr>
          <p:cNvPr id="4" name="Date_dept">
            <a:extLst>
              <a:ext uri="{FF2B5EF4-FFF2-40B4-BE49-F238E27FC236}">
                <a16:creationId xmlns:a16="http://schemas.microsoft.com/office/drawing/2014/main" id="{761F2B0E-4B1D-586D-AC55-0B4FC8A91A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577" y="343240"/>
            <a:ext cx="1737327" cy="188019"/>
          </a:xfrm>
          <a:prstGeom prst="rect">
            <a:avLst/>
          </a:prstGeom>
        </p:spPr>
        <p:txBody>
          <a:bodyPr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50"/>
            </a:lvl1pPr>
          </a:lstStyle>
          <a:p>
            <a:pPr lvl="0"/>
            <a:endParaRPr kumimoji="1" lang="en-US" altLang="ja-JP" dirty="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D4F05EEE-DE7B-40B5-BCB1-83E14D7FF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989" y="167415"/>
            <a:ext cx="7392374" cy="338157"/>
          </a:xfrm>
          <a:prstGeom prst="rect">
            <a:avLst/>
          </a:prstGeom>
        </p:spPr>
        <p:txBody>
          <a:bodyPr anchor="ctr"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11" name="Schedule_box">
            <a:extLst>
              <a:ext uri="{FF2B5EF4-FFF2-40B4-BE49-F238E27FC236}">
                <a16:creationId xmlns:a16="http://schemas.microsoft.com/office/drawing/2014/main" id="{FEEB086B-4304-E3FE-520A-8F8AF973F5FE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163512" y="1935215"/>
            <a:ext cx="9575905" cy="4579545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547829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ject_background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lor_range5">
            <a:extLst>
              <a:ext uri="{FF2B5EF4-FFF2-40B4-BE49-F238E27FC236}">
                <a16:creationId xmlns:a16="http://schemas.microsoft.com/office/drawing/2014/main" id="{69C53D93-717B-48A2-9CA0-523B5CE0F5AB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-880513" y="1052671"/>
            <a:ext cx="756001" cy="182399"/>
          </a:xfrm>
          <a:prstGeom prst="rect">
            <a:avLst/>
          </a:prstGeom>
          <a:solidFill>
            <a:srgbClr val="00005A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0:0:90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Color_range4">
            <a:extLst>
              <a:ext uri="{FF2B5EF4-FFF2-40B4-BE49-F238E27FC236}">
                <a16:creationId xmlns:a16="http://schemas.microsoft.com/office/drawing/2014/main" id="{00982542-2517-460F-9ED2-68274CDA3C49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-909697" y="789503"/>
            <a:ext cx="756001" cy="182399"/>
          </a:xfrm>
          <a:prstGeom prst="rect">
            <a:avLst/>
          </a:prstGeom>
          <a:solidFill>
            <a:srgbClr val="D4ECF6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212:236:246</a:t>
            </a:r>
            <a:endParaRPr kumimoji="1" lang="ja-JP" altLang="en-US" sz="8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Color_range3">
            <a:extLst>
              <a:ext uri="{FF2B5EF4-FFF2-40B4-BE49-F238E27FC236}">
                <a16:creationId xmlns:a16="http://schemas.microsoft.com/office/drawing/2014/main" id="{FF7E8260-6F1E-C75B-E4AD-4379FBAB364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-909697" y="526335"/>
            <a:ext cx="756001" cy="182399"/>
          </a:xfrm>
          <a:prstGeom prst="rect">
            <a:avLst/>
          </a:prstGeom>
          <a:solidFill>
            <a:srgbClr val="0072CE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0:114:206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Color_range2">
            <a:extLst>
              <a:ext uri="{FF2B5EF4-FFF2-40B4-BE49-F238E27FC236}">
                <a16:creationId xmlns:a16="http://schemas.microsoft.com/office/drawing/2014/main" id="{F18A3C52-CB6E-4850-BF21-4C38CF2EB17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-909697" y="263167"/>
            <a:ext cx="756001" cy="182399"/>
          </a:xfrm>
          <a:prstGeom prst="rect">
            <a:avLst/>
          </a:prstGeom>
          <a:solidFill>
            <a:srgbClr val="00D4E1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0:212:225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Color_range1">
            <a:extLst>
              <a:ext uri="{FF2B5EF4-FFF2-40B4-BE49-F238E27FC236}">
                <a16:creationId xmlns:a16="http://schemas.microsoft.com/office/drawing/2014/main" id="{4DE0BA28-4882-465B-906D-484A9BBD0C44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-909697" y="-1"/>
            <a:ext cx="756001" cy="182399"/>
          </a:xfrm>
          <a:prstGeom prst="rect">
            <a:avLst/>
          </a:prstGeom>
          <a:solidFill>
            <a:srgbClr val="003599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0:53:153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olusion">
            <a:extLst>
              <a:ext uri="{FF2B5EF4-FFF2-40B4-BE49-F238E27FC236}">
                <a16:creationId xmlns:a16="http://schemas.microsoft.com/office/drawing/2014/main" id="{3E2F4E10-B8C9-D1C0-9944-CB21F2A8F6DE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055837" y="2440028"/>
            <a:ext cx="4686133" cy="421079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5" name="Solusion_Message_line">
            <a:extLst>
              <a:ext uri="{FF2B5EF4-FFF2-40B4-BE49-F238E27FC236}">
                <a16:creationId xmlns:a16="http://schemas.microsoft.com/office/drawing/2014/main" id="{7520EA7A-44EC-9991-D227-B9437C9CC9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55841" y="1682180"/>
            <a:ext cx="4686129" cy="696163"/>
          </a:xfrm>
          <a:prstGeom prst="rect">
            <a:avLst/>
          </a:prstGeom>
        </p:spPr>
        <p:txBody>
          <a:bodyPr/>
          <a:lstStyle>
            <a:lvl1pPr marL="180975" indent="-180975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Char char="l"/>
              <a:defRPr sz="1400"/>
            </a:lvl1pPr>
          </a:lstStyle>
          <a:p>
            <a:pPr lvl="0"/>
            <a:r>
              <a:rPr kumimoji="1" lang="ja-JP" altLang="en-US"/>
              <a:t>メッセージライン</a:t>
            </a:r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38B78DA5-F435-F5AB-47B7-B3AD08174349}"/>
              </a:ext>
            </a:extLst>
          </p:cNvPr>
          <p:cNvCxnSpPr>
            <a:cxnSpLocks noChangeAspect="1"/>
          </p:cNvCxnSpPr>
          <p:nvPr userDrawn="1"/>
        </p:nvCxnSpPr>
        <p:spPr bwMode="auto">
          <a:xfrm rot="20700000">
            <a:off x="5118672" y="1040517"/>
            <a:ext cx="4543200" cy="1217066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rgbClr val="0072CE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Solusion_title">
            <a:extLst>
              <a:ext uri="{FF2B5EF4-FFF2-40B4-BE49-F238E27FC236}">
                <a16:creationId xmlns:a16="http://schemas.microsoft.com/office/drawing/2014/main" id="{7EA1097B-A1D0-5061-8A58-1F2DD3D5CC4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54770" y="1386643"/>
            <a:ext cx="4687200" cy="234000"/>
          </a:xfrm>
          <a:prstGeom prst="rect">
            <a:avLst/>
          </a:prstGeom>
          <a:noFill/>
        </p:spPr>
        <p:txBody>
          <a:bodyPr anchor="ctr"/>
          <a:lstStyle>
            <a:lvl1pPr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対応方針</a:t>
            </a:r>
          </a:p>
        </p:txBody>
      </p:sp>
      <p:sp>
        <p:nvSpPr>
          <p:cNvPr id="17" name="Problem">
            <a:extLst>
              <a:ext uri="{FF2B5EF4-FFF2-40B4-BE49-F238E27FC236}">
                <a16:creationId xmlns:a16="http://schemas.microsoft.com/office/drawing/2014/main" id="{CFA10542-E6CB-AD08-3681-F3CE3D977077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164996" y="2440028"/>
            <a:ext cx="4686134" cy="4192547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22" name="Problem_Message_line">
            <a:extLst>
              <a:ext uri="{FF2B5EF4-FFF2-40B4-BE49-F238E27FC236}">
                <a16:creationId xmlns:a16="http://schemas.microsoft.com/office/drawing/2014/main" id="{AB240BBC-62FB-575F-9EA4-67D5207AC6A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5001" y="1682180"/>
            <a:ext cx="4686129" cy="696163"/>
          </a:xfrm>
          <a:prstGeom prst="rect">
            <a:avLst/>
          </a:prstGeom>
        </p:spPr>
        <p:txBody>
          <a:bodyPr/>
          <a:lstStyle>
            <a:lvl1pPr marL="180975" indent="-180975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Char char="l"/>
              <a:defRPr sz="1400"/>
            </a:lvl1pPr>
          </a:lstStyle>
          <a:p>
            <a:pPr lvl="0"/>
            <a:r>
              <a:rPr kumimoji="1" lang="ja-JP" altLang="en-US"/>
              <a:t>メッセージライン</a:t>
            </a:r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D1507614-08AF-853C-196A-7B85DFF5D225}"/>
              </a:ext>
            </a:extLst>
          </p:cNvPr>
          <p:cNvCxnSpPr>
            <a:cxnSpLocks noChangeAspect="1"/>
          </p:cNvCxnSpPr>
          <p:nvPr userDrawn="1"/>
        </p:nvCxnSpPr>
        <p:spPr bwMode="auto">
          <a:xfrm rot="20700000">
            <a:off x="245094" y="1040517"/>
            <a:ext cx="4543200" cy="1217066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rgbClr val="0072CE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Problem_title">
            <a:extLst>
              <a:ext uri="{FF2B5EF4-FFF2-40B4-BE49-F238E27FC236}">
                <a16:creationId xmlns:a16="http://schemas.microsoft.com/office/drawing/2014/main" id="{9361B93D-6DC7-3ED8-26D3-444F992FA69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4997" y="1386643"/>
            <a:ext cx="4687200" cy="234000"/>
          </a:xfrm>
          <a:prstGeom prst="rect">
            <a:avLst/>
          </a:prstGeom>
          <a:noFill/>
        </p:spPr>
        <p:txBody>
          <a:bodyPr anchor="ctr"/>
          <a:lstStyle>
            <a:lvl1pPr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現状の課題</a:t>
            </a:r>
          </a:p>
        </p:txBody>
      </p:sp>
      <p:sp>
        <p:nvSpPr>
          <p:cNvPr id="6" name="Message_line">
            <a:extLst>
              <a:ext uri="{FF2B5EF4-FFF2-40B4-BE49-F238E27FC236}">
                <a16:creationId xmlns:a16="http://schemas.microsoft.com/office/drawing/2014/main" id="{73EA0086-EA5B-43BB-A266-3F41E30EBF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5001" y="613722"/>
            <a:ext cx="9576000" cy="700071"/>
          </a:xfrm>
          <a:prstGeom prst="rect">
            <a:avLst/>
          </a:prstGeom>
        </p:spPr>
        <p:txBody>
          <a:bodyPr/>
          <a:lstStyle>
            <a:lvl1pPr marL="180975" indent="-180975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Char char="l"/>
              <a:defRPr sz="1400"/>
            </a:lvl1pPr>
          </a:lstStyle>
          <a:p>
            <a:pPr lvl="0"/>
            <a:r>
              <a:rPr kumimoji="1" lang="ja-JP" altLang="en-US"/>
              <a:t>メッセージライン</a:t>
            </a:r>
            <a:endParaRPr kumimoji="1" lang="en-US" altLang="ja-JP" dirty="0"/>
          </a:p>
          <a:p>
            <a:pPr lvl="0"/>
            <a:endParaRPr kumimoji="1" lang="ja-JP" altLang="en-US" dirty="0"/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15E2569B-B8B3-4224-A450-7B97C2351A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5001" y="531257"/>
            <a:ext cx="9576000" cy="36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just" eaLnBrk="1" hangingPunct="1">
              <a:lnSpc>
                <a:spcPts val="2100"/>
              </a:lnSpc>
            </a:pPr>
            <a:endParaRPr lang="ja-JP" altLang="en-US">
              <a:solidFill>
                <a:srgbClr val="292929"/>
              </a:solidFill>
            </a:endParaRPr>
          </a:p>
        </p:txBody>
      </p:sp>
      <p:sp>
        <p:nvSpPr>
          <p:cNvPr id="4" name="Date_dept">
            <a:extLst>
              <a:ext uri="{FF2B5EF4-FFF2-40B4-BE49-F238E27FC236}">
                <a16:creationId xmlns:a16="http://schemas.microsoft.com/office/drawing/2014/main" id="{761F2B0E-4B1D-586D-AC55-0B4FC8A91A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577" y="343240"/>
            <a:ext cx="1737327" cy="188019"/>
          </a:xfrm>
          <a:prstGeom prst="rect">
            <a:avLst/>
          </a:prstGeom>
        </p:spPr>
        <p:txBody>
          <a:bodyPr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50"/>
            </a:lvl1pPr>
          </a:lstStyle>
          <a:p>
            <a:pPr lvl="0"/>
            <a:endParaRPr kumimoji="1" lang="en-US" altLang="ja-JP" dirty="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D4F05EEE-DE7B-40B5-BCB1-83E14D7FF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989" y="167415"/>
            <a:ext cx="7392374" cy="338157"/>
          </a:xfrm>
          <a:prstGeom prst="rect">
            <a:avLst/>
          </a:prstGeom>
        </p:spPr>
        <p:txBody>
          <a:bodyPr anchor="ctr"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pic>
        <p:nvPicPr>
          <p:cNvPr id="7" name="Left_logo">
            <a:extLst>
              <a:ext uri="{FF2B5EF4-FFF2-40B4-BE49-F238E27FC236}">
                <a16:creationId xmlns:a16="http://schemas.microsoft.com/office/drawing/2014/main" id="{F3661C76-C675-49DB-B525-EB7CF4013ED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65000" y="207173"/>
            <a:ext cx="373776" cy="298399"/>
          </a:xfrm>
          <a:prstGeom prst="rect">
            <a:avLst/>
          </a:prstGeom>
        </p:spPr>
      </p:pic>
      <p:pic>
        <p:nvPicPr>
          <p:cNvPr id="14" name="Right_logo" descr="日本総研">
            <a:extLst>
              <a:ext uri="{FF2B5EF4-FFF2-40B4-BE49-F238E27FC236}">
                <a16:creationId xmlns:a16="http://schemas.microsoft.com/office/drawing/2014/main" id="{A1E681BE-DDDE-417A-8024-1FB575863D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51520" y="-888"/>
            <a:ext cx="1391109" cy="324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2808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ystem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tems_titile">
            <a:extLst>
              <a:ext uri="{FF2B5EF4-FFF2-40B4-BE49-F238E27FC236}">
                <a16:creationId xmlns:a16="http://schemas.microsoft.com/office/drawing/2014/main" id="{D563AC55-0F0B-D66B-0CD1-CEC6E7B7EF0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53704" y="1940770"/>
            <a:ext cx="4687200" cy="234000"/>
          </a:xfrm>
          <a:prstGeom prst="rect">
            <a:avLst/>
          </a:prstGeom>
          <a:solidFill>
            <a:srgbClr val="004874"/>
          </a:solidFill>
        </p:spPr>
        <p:txBody>
          <a:bodyPr anchor="ctr"/>
          <a:lstStyle>
            <a:lvl1pPr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システム対応項目</a:t>
            </a:r>
          </a:p>
        </p:txBody>
      </p:sp>
      <p:sp>
        <p:nvSpPr>
          <p:cNvPr id="12" name="Image_title">
            <a:extLst>
              <a:ext uri="{FF2B5EF4-FFF2-40B4-BE49-F238E27FC236}">
                <a16:creationId xmlns:a16="http://schemas.microsoft.com/office/drawing/2014/main" id="{DC5A267F-1173-E64D-5A26-E7361B4BCE1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4997" y="1940769"/>
            <a:ext cx="4687200" cy="234000"/>
          </a:xfrm>
          <a:prstGeom prst="rect">
            <a:avLst/>
          </a:prstGeom>
          <a:solidFill>
            <a:srgbClr val="004874"/>
          </a:solidFill>
        </p:spPr>
        <p:txBody>
          <a:bodyPr anchor="ctr"/>
          <a:lstStyle>
            <a:lvl1pPr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システム対応イメージ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15E2569B-B8B3-4224-A450-7B97C2351A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5001" y="531257"/>
            <a:ext cx="9576000" cy="36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just" eaLnBrk="1" hangingPunct="1">
              <a:lnSpc>
                <a:spcPts val="2100"/>
              </a:lnSpc>
            </a:pPr>
            <a:endParaRPr lang="ja-JP" altLang="en-US">
              <a:solidFill>
                <a:srgbClr val="292929"/>
              </a:solidFill>
            </a:endParaRPr>
          </a:p>
        </p:txBody>
      </p:sp>
      <p:pic>
        <p:nvPicPr>
          <p:cNvPr id="7" name="Left_logo">
            <a:extLst>
              <a:ext uri="{FF2B5EF4-FFF2-40B4-BE49-F238E27FC236}">
                <a16:creationId xmlns:a16="http://schemas.microsoft.com/office/drawing/2014/main" id="{F3661C76-C675-49DB-B525-EB7CF4013ED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65000" y="207173"/>
            <a:ext cx="373776" cy="298399"/>
          </a:xfrm>
          <a:prstGeom prst="rect">
            <a:avLst/>
          </a:prstGeom>
        </p:spPr>
      </p:pic>
      <p:pic>
        <p:nvPicPr>
          <p:cNvPr id="14" name="Right_logo" descr="日本総研">
            <a:extLst>
              <a:ext uri="{FF2B5EF4-FFF2-40B4-BE49-F238E27FC236}">
                <a16:creationId xmlns:a16="http://schemas.microsoft.com/office/drawing/2014/main" id="{A1E681BE-DDDE-417A-8024-1FB575863D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51520" y="-888"/>
            <a:ext cx="1391109" cy="324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olor_range1">
            <a:extLst>
              <a:ext uri="{FF2B5EF4-FFF2-40B4-BE49-F238E27FC236}">
                <a16:creationId xmlns:a16="http://schemas.microsoft.com/office/drawing/2014/main" id="{4DE0BA28-4882-465B-906D-484A9BBD0C44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-909697" y="-1"/>
            <a:ext cx="756001" cy="182399"/>
          </a:xfrm>
          <a:prstGeom prst="rect">
            <a:avLst/>
          </a:prstGeom>
          <a:solidFill>
            <a:srgbClr val="003599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0:53:153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Color_range2">
            <a:extLst>
              <a:ext uri="{FF2B5EF4-FFF2-40B4-BE49-F238E27FC236}">
                <a16:creationId xmlns:a16="http://schemas.microsoft.com/office/drawing/2014/main" id="{F18A3C52-CB6E-4850-BF21-4C38CF2EB17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-909697" y="263167"/>
            <a:ext cx="756001" cy="182399"/>
          </a:xfrm>
          <a:prstGeom prst="rect">
            <a:avLst/>
          </a:prstGeom>
          <a:solidFill>
            <a:srgbClr val="00D4E1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0:212:225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Color_range3">
            <a:extLst>
              <a:ext uri="{FF2B5EF4-FFF2-40B4-BE49-F238E27FC236}">
                <a16:creationId xmlns:a16="http://schemas.microsoft.com/office/drawing/2014/main" id="{FF7E8260-6F1E-C75B-E4AD-4379FBAB364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-909697" y="526335"/>
            <a:ext cx="756001" cy="182399"/>
          </a:xfrm>
          <a:prstGeom prst="rect">
            <a:avLst/>
          </a:prstGeom>
          <a:solidFill>
            <a:srgbClr val="0072CE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0:114:206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Color_range4">
            <a:extLst>
              <a:ext uri="{FF2B5EF4-FFF2-40B4-BE49-F238E27FC236}">
                <a16:creationId xmlns:a16="http://schemas.microsoft.com/office/drawing/2014/main" id="{00982542-2517-460F-9ED2-68274CDA3C49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-909697" y="789503"/>
            <a:ext cx="756001" cy="182399"/>
          </a:xfrm>
          <a:prstGeom prst="rect">
            <a:avLst/>
          </a:prstGeom>
          <a:solidFill>
            <a:srgbClr val="D4ECF6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212:236:246</a:t>
            </a:r>
            <a:endParaRPr kumimoji="1" lang="ja-JP" altLang="en-US" sz="8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Color_range5">
            <a:extLst>
              <a:ext uri="{FF2B5EF4-FFF2-40B4-BE49-F238E27FC236}">
                <a16:creationId xmlns:a16="http://schemas.microsoft.com/office/drawing/2014/main" id="{69C53D93-717B-48A2-9CA0-523B5CE0F5AB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-880513" y="1052671"/>
            <a:ext cx="756001" cy="182399"/>
          </a:xfrm>
          <a:prstGeom prst="rect">
            <a:avLst/>
          </a:prstGeom>
          <a:solidFill>
            <a:srgbClr val="00005A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0:0:90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Items">
            <a:extLst>
              <a:ext uri="{FF2B5EF4-FFF2-40B4-BE49-F238E27FC236}">
                <a16:creationId xmlns:a16="http://schemas.microsoft.com/office/drawing/2014/main" id="{CFA10542-E6CB-AD08-3681-F3CE3D977077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5054770" y="2288312"/>
            <a:ext cx="4686134" cy="4344264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Message_line">
            <a:extLst>
              <a:ext uri="{FF2B5EF4-FFF2-40B4-BE49-F238E27FC236}">
                <a16:creationId xmlns:a16="http://schemas.microsoft.com/office/drawing/2014/main" id="{73EA0086-EA5B-43BB-A266-3F41E30EBF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5001" y="613722"/>
            <a:ext cx="9576000" cy="1213343"/>
          </a:xfrm>
          <a:prstGeom prst="rect">
            <a:avLst/>
          </a:prstGeom>
        </p:spPr>
        <p:txBody>
          <a:bodyPr/>
          <a:lstStyle>
            <a:lvl1pPr marL="180975" indent="-180975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Char char="l"/>
              <a:defRPr sz="1400"/>
            </a:lvl1pPr>
          </a:lstStyle>
          <a:p>
            <a:pPr lvl="0"/>
            <a:r>
              <a:rPr kumimoji="1" lang="ja-JP" altLang="en-US" dirty="0"/>
              <a:t>メッセージライン</a:t>
            </a:r>
          </a:p>
        </p:txBody>
      </p:sp>
      <p:sp>
        <p:nvSpPr>
          <p:cNvPr id="4" name="Date_dept">
            <a:extLst>
              <a:ext uri="{FF2B5EF4-FFF2-40B4-BE49-F238E27FC236}">
                <a16:creationId xmlns:a16="http://schemas.microsoft.com/office/drawing/2014/main" id="{761F2B0E-4B1D-586D-AC55-0B4FC8A91A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577" y="343240"/>
            <a:ext cx="1737327" cy="188019"/>
          </a:xfrm>
          <a:prstGeom prst="rect">
            <a:avLst/>
          </a:prstGeom>
        </p:spPr>
        <p:txBody>
          <a:bodyPr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50"/>
            </a:lvl1pPr>
          </a:lstStyle>
          <a:p>
            <a:pPr lvl="0"/>
            <a:endParaRPr kumimoji="1" lang="en-US" altLang="ja-JP" dirty="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D4F05EEE-DE7B-40B5-BCB1-83E14D7FF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989" y="167415"/>
            <a:ext cx="7392374" cy="338157"/>
          </a:xfrm>
          <a:prstGeom prst="rect">
            <a:avLst/>
          </a:prstGeom>
        </p:spPr>
        <p:txBody>
          <a:bodyPr anchor="ctr"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11" name="Image">
            <a:extLst>
              <a:ext uri="{FF2B5EF4-FFF2-40B4-BE49-F238E27FC236}">
                <a16:creationId xmlns:a16="http://schemas.microsoft.com/office/drawing/2014/main" id="{3E2F4E10-B8C9-D1C0-9944-CB21F2A8F6DE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64996" y="2286177"/>
            <a:ext cx="4686133" cy="4364649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197218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１（社名ロゴ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 descr="日本総研">
            <a:extLst>
              <a:ext uri="{FF2B5EF4-FFF2-40B4-BE49-F238E27FC236}">
                <a16:creationId xmlns:a16="http://schemas.microsoft.com/office/drawing/2014/main" id="{A1E681BE-DDDE-417A-8024-1FB575863D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51520" y="126112"/>
            <a:ext cx="1391109" cy="324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E0BA28-4882-465B-906D-484A9BBD0C44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-909697" y="-1"/>
            <a:ext cx="756001" cy="182399"/>
          </a:xfrm>
          <a:prstGeom prst="rect">
            <a:avLst/>
          </a:prstGeom>
          <a:solidFill>
            <a:srgbClr val="003599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0:53:153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18A3C52-CB6E-4850-BF21-4C38CF2EB17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-909697" y="263167"/>
            <a:ext cx="756001" cy="182399"/>
          </a:xfrm>
          <a:prstGeom prst="rect">
            <a:avLst/>
          </a:prstGeom>
          <a:solidFill>
            <a:srgbClr val="00D4E1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0:212:225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574C446-BB2C-4503-A6DF-938499302977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-909697" y="526335"/>
            <a:ext cx="756001" cy="182399"/>
          </a:xfrm>
          <a:prstGeom prst="rect">
            <a:avLst/>
          </a:prstGeom>
          <a:solidFill>
            <a:srgbClr val="0072CE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0:114:206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0982542-2517-460F-9ED2-68274CDA3C49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-909697" y="789503"/>
            <a:ext cx="756001" cy="182399"/>
          </a:xfrm>
          <a:prstGeom prst="rect">
            <a:avLst/>
          </a:prstGeom>
          <a:solidFill>
            <a:srgbClr val="D4ECF6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212:236:246</a:t>
            </a:r>
            <a:endParaRPr kumimoji="1" lang="ja-JP" altLang="en-US" sz="8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9C53D93-717B-48A2-9CA0-523B5CE0F5AB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-909697" y="1052673"/>
            <a:ext cx="756001" cy="182399"/>
          </a:xfrm>
          <a:prstGeom prst="rect">
            <a:avLst/>
          </a:prstGeom>
          <a:solidFill>
            <a:srgbClr val="00005A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0:0:90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E84248A6-A8C7-4778-80DE-5E445E2AD5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4272" y="3429000"/>
            <a:ext cx="8467200" cy="49857"/>
          </a:xfrm>
          <a:prstGeom prst="rect">
            <a:avLst/>
          </a:prstGeom>
          <a:solidFill>
            <a:srgbClr val="0075BF"/>
          </a:solidFill>
          <a:ln>
            <a:solidFill>
              <a:schemeClr val="accent1"/>
            </a:solidFill>
          </a:ln>
          <a:effectLst/>
        </p:spPr>
        <p:txBody>
          <a:bodyPr wrap="none" anchor="ctr"/>
          <a:lstStyle>
            <a:lvl1pPr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just" eaLnBrk="1" hangingPunct="1">
              <a:lnSpc>
                <a:spcPts val="2100"/>
              </a:lnSpc>
            </a:pPr>
            <a:endParaRPr lang="ja-JP" altLang="en-US" sz="1800">
              <a:solidFill>
                <a:srgbClr val="292929"/>
              </a:solidFill>
            </a:endParaRPr>
          </a:p>
        </p:txBody>
      </p:sp>
      <p:sp>
        <p:nvSpPr>
          <p:cNvPr id="21" name="タイトル 1">
            <a:extLst>
              <a:ext uri="{FF2B5EF4-FFF2-40B4-BE49-F238E27FC236}">
                <a16:creationId xmlns:a16="http://schemas.microsoft.com/office/drawing/2014/main" id="{BA04C8F5-D030-4B3E-A37B-C95D891F0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2"/>
            <a:ext cx="7429500" cy="2206921"/>
          </a:xfrm>
          <a:prstGeom prst="rect">
            <a:avLst/>
          </a:prstGeom>
        </p:spPr>
        <p:txBody>
          <a:bodyPr anchor="b" anchorCtr="0"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2" name="字幕 2">
            <a:extLst>
              <a:ext uri="{FF2B5EF4-FFF2-40B4-BE49-F238E27FC236}">
                <a16:creationId xmlns:a16="http://schemas.microsoft.com/office/drawing/2014/main" id="{522326BE-7441-4981-A8EF-05DD46D1EC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771900"/>
            <a:ext cx="7429500" cy="2393404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280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kumimoji="1" lang="ja-JP" altLang="en-US" dirty="0"/>
              <a:t>マスター サブタイトルの書式設定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536943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２（スローガ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E0BA28-4882-465B-906D-484A9BBD0C44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-909697" y="-1"/>
            <a:ext cx="756001" cy="182399"/>
          </a:xfrm>
          <a:prstGeom prst="rect">
            <a:avLst/>
          </a:prstGeom>
          <a:solidFill>
            <a:srgbClr val="003599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0:53:153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18A3C52-CB6E-4850-BF21-4C38CF2EB17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-909697" y="263167"/>
            <a:ext cx="756001" cy="182399"/>
          </a:xfrm>
          <a:prstGeom prst="rect">
            <a:avLst/>
          </a:prstGeom>
          <a:solidFill>
            <a:srgbClr val="00D4E1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0:212:225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574C446-BB2C-4503-A6DF-938499302977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-909697" y="526335"/>
            <a:ext cx="756001" cy="182399"/>
          </a:xfrm>
          <a:prstGeom prst="rect">
            <a:avLst/>
          </a:prstGeom>
          <a:solidFill>
            <a:srgbClr val="0072CE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0:114:206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0982542-2517-460F-9ED2-68274CDA3C49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-909697" y="789503"/>
            <a:ext cx="756001" cy="182399"/>
          </a:xfrm>
          <a:prstGeom prst="rect">
            <a:avLst/>
          </a:prstGeom>
          <a:solidFill>
            <a:srgbClr val="D4ECF6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212:236:246</a:t>
            </a:r>
            <a:endParaRPr kumimoji="1" lang="ja-JP" altLang="en-US" sz="8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9C53D93-717B-48A2-9CA0-523B5CE0F5AB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-909697" y="1052673"/>
            <a:ext cx="756001" cy="182399"/>
          </a:xfrm>
          <a:prstGeom prst="rect">
            <a:avLst/>
          </a:prstGeom>
          <a:solidFill>
            <a:srgbClr val="00005A"/>
          </a:solidFill>
        </p:spPr>
        <p:txBody>
          <a:bodyPr vert="horz" wrap="square" lIns="46799" tIns="46799" rIns="46799" bIns="46799" rtlCol="0" anchor="ctr" anchorCtr="1">
            <a:noAutofit/>
          </a:bodyPr>
          <a:lstStyle/>
          <a:p>
            <a:pPr algn="ctr"/>
            <a:r>
              <a:rPr kumimoji="1" lang="en-US" altLang="ja-JP" sz="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0:0:90</a:t>
            </a:r>
            <a:endParaRPr kumimoji="1" lang="ja-JP" altLang="en-US" sz="8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タイトル 1">
            <a:extLst>
              <a:ext uri="{FF2B5EF4-FFF2-40B4-BE49-F238E27FC236}">
                <a16:creationId xmlns:a16="http://schemas.microsoft.com/office/drawing/2014/main" id="{D73253E1-66F4-449C-BEFA-7525B3E4AA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2"/>
            <a:ext cx="7429500" cy="2206921"/>
          </a:xfrm>
          <a:prstGeom prst="rect">
            <a:avLst/>
          </a:prstGeom>
        </p:spPr>
        <p:txBody>
          <a:bodyPr anchor="b" anchorCtr="0"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8" name="字幕 2">
            <a:extLst>
              <a:ext uri="{FF2B5EF4-FFF2-40B4-BE49-F238E27FC236}">
                <a16:creationId xmlns:a16="http://schemas.microsoft.com/office/drawing/2014/main" id="{4D60F154-BF71-4E4E-BDBD-673120E8CF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771900"/>
            <a:ext cx="7429500" cy="2393404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280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kumimoji="1" lang="ja-JP" altLang="en-US" dirty="0"/>
              <a:t>マスター サブタイトルの書式設定</a:t>
            </a:r>
            <a:endParaRPr kumimoji="1" lang="en-US" altLang="ja-JP" dirty="0"/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E84248A6-A8C7-4778-80DE-5E445E2AD5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4272" y="3429000"/>
            <a:ext cx="8467200" cy="49857"/>
          </a:xfrm>
          <a:prstGeom prst="rect">
            <a:avLst/>
          </a:prstGeom>
          <a:solidFill>
            <a:srgbClr val="0075BF"/>
          </a:solidFill>
          <a:ln>
            <a:solidFill>
              <a:schemeClr val="accent1"/>
            </a:solidFill>
          </a:ln>
          <a:effectLst/>
        </p:spPr>
        <p:txBody>
          <a:bodyPr wrap="none" anchor="ctr"/>
          <a:lstStyle>
            <a:lvl1pPr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just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just" eaLnBrk="1" hangingPunct="1">
              <a:lnSpc>
                <a:spcPts val="2100"/>
              </a:lnSpc>
            </a:pPr>
            <a:endParaRPr lang="ja-JP" altLang="en-US" sz="1800">
              <a:solidFill>
                <a:srgbClr val="292929"/>
              </a:solidFill>
            </a:endParaRPr>
          </a:p>
        </p:txBody>
      </p:sp>
      <p:pic>
        <p:nvPicPr>
          <p:cNvPr id="20" name="図 19" descr="グラフィカル ユーザー インターフェイス, テキスト&#10;&#10;自動的に生成された説明">
            <a:extLst>
              <a:ext uri="{FF2B5EF4-FFF2-40B4-BE49-F238E27FC236}">
                <a16:creationId xmlns:a16="http://schemas.microsoft.com/office/drawing/2014/main" id="{D0361ABA-A683-4DDA-BB65-1A1C507D0A6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1015" y="141806"/>
            <a:ext cx="1729986" cy="36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577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21">
            <a:extLst>
              <a:ext uri="{FF2B5EF4-FFF2-40B4-BE49-F238E27FC236}">
                <a16:creationId xmlns:a16="http://schemas.microsoft.com/office/drawing/2014/main" id="{A66AC57F-6831-4681-A36D-F04E94C5ABE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74155" y="6667002"/>
            <a:ext cx="2110515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rIns="91441">
            <a:spAutoFit/>
          </a:bodyPr>
          <a:lstStyle>
            <a:lvl1pPr algn="l">
              <a:spcBef>
                <a:spcPct val="0"/>
              </a:spcBef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algn="l">
              <a:spcBef>
                <a:spcPct val="0"/>
              </a:spcBef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algn="l">
              <a:spcBef>
                <a:spcPct val="0"/>
              </a:spcBef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algn="l">
              <a:spcBef>
                <a:spcPct val="0"/>
              </a:spcBef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algn="l">
              <a:spcBef>
                <a:spcPct val="0"/>
              </a:spcBef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0" hangingPunct="0">
              <a:defRPr/>
            </a:pPr>
            <a:r>
              <a:rPr lang="en-US" altLang="ja-JP" sz="7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Copyright (c) The Japan Research Institute, Limited </a:t>
            </a:r>
          </a:p>
        </p:txBody>
      </p:sp>
      <p:sp>
        <p:nvSpPr>
          <p:cNvPr id="5" name="Rectangle 22">
            <a:extLst>
              <a:ext uri="{FF2B5EF4-FFF2-40B4-BE49-F238E27FC236}">
                <a16:creationId xmlns:a16="http://schemas.microsoft.com/office/drawing/2014/main" id="{1DD27649-12DD-4287-A14E-5715BD869DB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122153" y="6597608"/>
            <a:ext cx="61811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rIns="0" bIns="0" anchor="ctr">
            <a:spAutoFit/>
          </a:bodyPr>
          <a:lstStyle/>
          <a:p>
            <a:pPr algn="r">
              <a:defRPr/>
            </a:pPr>
            <a:fld id="{8A78A693-3208-4FB2-91F2-7485DAC6A137}" type="slidenum">
              <a:rPr lang="en-US" altLang="ja-JP" sz="1400" b="1" smtClean="0">
                <a:solidFill>
                  <a:srgbClr val="000000"/>
                </a:solidFill>
                <a:effectLst/>
                <a:latin typeface="+mn-ea"/>
                <a:ea typeface="+mn-ea"/>
                <a:cs typeface="Meiryo UI" panose="020B0604030504040204" pitchFamily="50" charset="-128"/>
              </a:rPr>
              <a:pPr algn="r">
                <a:defRPr/>
              </a:pPr>
              <a:t>‹#›</a:t>
            </a:fld>
            <a:r>
              <a:rPr lang="en-US" altLang="ja-JP" sz="800" b="0" dirty="0">
                <a:solidFill>
                  <a:srgbClr val="000000"/>
                </a:solidFill>
                <a:effectLst/>
                <a:latin typeface="+mn-ea"/>
                <a:ea typeface="+mn-ea"/>
                <a:cs typeface="Meiryo UI" panose="020B0604030504040204" pitchFamily="50" charset="-128"/>
              </a:rPr>
              <a:t>/XX</a:t>
            </a:r>
            <a:endParaRPr lang="en-US" altLang="ja-JP" sz="900" b="0" dirty="0">
              <a:solidFill>
                <a:srgbClr val="000000"/>
              </a:solidFill>
              <a:effectLst/>
              <a:latin typeface="+mn-ea"/>
              <a:ea typeface="+mn-ea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88008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59" r:id="rId2"/>
    <p:sldLayoutId id="2147483870" r:id="rId3"/>
    <p:sldLayoutId id="2147483868" r:id="rId4"/>
    <p:sldLayoutId id="2147483858" r:id="rId5"/>
    <p:sldLayoutId id="2147483871" r:id="rId6"/>
    <p:sldLayoutId id="2147483860" r:id="rId7"/>
    <p:sldLayoutId id="2147483885" r:id="rId8"/>
    <p:sldLayoutId id="2147483886" r:id="rId9"/>
    <p:sldLayoutId id="2147483887" r:id="rId10"/>
    <p:sldLayoutId id="2147483888" r:id="rId11"/>
    <p:sldLayoutId id="2147483889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200" b="1">
          <a:solidFill>
            <a:schemeClr val="tx2"/>
          </a:solidFill>
          <a:latin typeface="ＭＳ Ｐゴシック" pitchFamily="50" charset="-128"/>
          <a:ea typeface="ＭＳ Ｐゴシック" pitchFamily="5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200" b="1">
          <a:solidFill>
            <a:schemeClr val="tx2"/>
          </a:solidFill>
          <a:latin typeface="ＭＳ Ｐゴシック" pitchFamily="50" charset="-128"/>
          <a:ea typeface="ＭＳ Ｐゴシック" pitchFamily="5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200" b="1">
          <a:solidFill>
            <a:schemeClr val="tx2"/>
          </a:solidFill>
          <a:latin typeface="ＭＳ Ｐゴシック" pitchFamily="50" charset="-128"/>
          <a:ea typeface="ＭＳ Ｐゴシック" pitchFamily="5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200" b="1">
          <a:solidFill>
            <a:schemeClr val="tx2"/>
          </a:solidFill>
          <a:latin typeface="ＭＳ Ｐゴシック" pitchFamily="50" charset="-128"/>
          <a:ea typeface="ＭＳ Ｐゴシック" pitchFamily="50" charset="-128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2200" b="1">
          <a:solidFill>
            <a:schemeClr val="tx2"/>
          </a:solidFill>
          <a:latin typeface="ＭＳ Ｐゴシック" pitchFamily="50" charset="-128"/>
          <a:ea typeface="ＭＳ Ｐゴシック" pitchFamily="50" charset="-128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2200" b="1">
          <a:solidFill>
            <a:schemeClr val="tx2"/>
          </a:solidFill>
          <a:latin typeface="ＭＳ Ｐゴシック" pitchFamily="50" charset="-128"/>
          <a:ea typeface="ＭＳ Ｐゴシック" pitchFamily="50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2200" b="1">
          <a:solidFill>
            <a:schemeClr val="tx2"/>
          </a:solidFill>
          <a:latin typeface="ＭＳ Ｐゴシック" pitchFamily="50" charset="-128"/>
          <a:ea typeface="ＭＳ Ｐゴシック" pitchFamily="50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2200" b="1">
          <a:solidFill>
            <a:schemeClr val="tx2"/>
          </a:solidFill>
          <a:latin typeface="ＭＳ Ｐゴシック" pitchFamily="50" charset="-128"/>
          <a:ea typeface="ＭＳ Ｐゴシック" pitchFamily="50" charset="-128"/>
        </a:defRPr>
      </a:lvl9pPr>
    </p:titleStyle>
    <p:bodyStyle>
      <a:lvl1pPr marL="188913" indent="-188913" algn="l" rtl="0" eaLnBrk="0" fontAlgn="base" hangingPunct="0">
        <a:lnSpc>
          <a:spcPct val="125000"/>
        </a:lnSpc>
        <a:spcBef>
          <a:spcPct val="80000"/>
        </a:spcBef>
        <a:spcAft>
          <a:spcPct val="0"/>
        </a:spcAft>
        <a:buClr>
          <a:srgbClr val="003C2C"/>
        </a:buClr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  <a:cs typeface="+mn-cs"/>
        </a:defRPr>
      </a:lvl1pPr>
      <a:lvl2pPr marL="390525" indent="-168275" algn="l" rtl="0" eaLnBrk="0" fontAlgn="base" hangingPunct="0">
        <a:lnSpc>
          <a:spcPct val="125000"/>
        </a:lnSpc>
        <a:spcBef>
          <a:spcPct val="20000"/>
        </a:spcBef>
        <a:spcAft>
          <a:spcPct val="0"/>
        </a:spcAft>
        <a:buClr>
          <a:srgbClr val="A8D435"/>
        </a:buClr>
        <a:buSzPct val="90000"/>
        <a:buFont typeface="Wingdings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2pPr>
      <a:lvl3pPr marL="392113" indent="522288" algn="l" rtl="0" eaLnBrk="0" fontAlgn="base" hangingPunct="0">
        <a:lnSpc>
          <a:spcPct val="125000"/>
        </a:lnSpc>
        <a:spcBef>
          <a:spcPct val="20000"/>
        </a:spcBef>
        <a:spcAft>
          <a:spcPct val="0"/>
        </a:spcAft>
        <a:buClr>
          <a:srgbClr val="A2A2A2"/>
        </a:buClr>
        <a:buSzPct val="70000"/>
        <a:buFont typeface="Wingdings" pitchFamily="2" charset="2"/>
        <a:defRPr kumimoji="1" sz="1600">
          <a:solidFill>
            <a:schemeClr val="tx1"/>
          </a:solidFill>
          <a:latin typeface="+mn-lt"/>
          <a:ea typeface="+mn-ea"/>
        </a:defRPr>
      </a:lvl3pPr>
      <a:lvl4pPr marL="558800" indent="-119063" algn="l" rtl="0" eaLnBrk="0" fontAlgn="ctr" hangingPunct="0">
        <a:lnSpc>
          <a:spcPct val="125000"/>
        </a:lnSpc>
        <a:spcBef>
          <a:spcPct val="20000"/>
        </a:spcBef>
        <a:spcAft>
          <a:spcPct val="0"/>
        </a:spcAft>
        <a:buClr>
          <a:srgbClr val="A2A2A2"/>
        </a:buClr>
        <a:buSzPct val="70000"/>
        <a:buFont typeface="Wingdings" pitchFamily="2" charset="2"/>
        <a:buChar char="l"/>
        <a:defRPr kumimoji="1" sz="1400">
          <a:solidFill>
            <a:schemeClr val="tx1"/>
          </a:solidFill>
          <a:latin typeface="+mn-lt"/>
          <a:ea typeface="+mn-ea"/>
        </a:defRPr>
      </a:lvl4pPr>
      <a:lvl5pPr marL="560388" indent="1268413" algn="l" rtl="0" eaLnBrk="0" fontAlgn="ctr" hangingPunct="0">
        <a:lnSpc>
          <a:spcPct val="125000"/>
        </a:lnSpc>
        <a:spcBef>
          <a:spcPct val="20000"/>
        </a:spcBef>
        <a:spcAft>
          <a:spcPct val="0"/>
        </a:spcAft>
        <a:buClr>
          <a:srgbClr val="A2A2A2"/>
        </a:buClr>
        <a:buSzPct val="70000"/>
        <a:buFont typeface="Wingdings" pitchFamily="2" charset="2"/>
        <a:buChar char="ü"/>
        <a:defRPr kumimoji="1" sz="1400">
          <a:solidFill>
            <a:schemeClr val="tx1"/>
          </a:solidFill>
          <a:latin typeface="+mn-lt"/>
          <a:ea typeface="+mn-ea"/>
        </a:defRPr>
      </a:lvl5pPr>
      <a:lvl6pPr marL="1017588" algn="l" rtl="0" fontAlgn="ctr">
        <a:lnSpc>
          <a:spcPct val="125000"/>
        </a:lnSpc>
        <a:spcBef>
          <a:spcPct val="20000"/>
        </a:spcBef>
        <a:spcAft>
          <a:spcPct val="0"/>
        </a:spcAft>
        <a:buClr>
          <a:srgbClr val="A2A2A2"/>
        </a:buClr>
        <a:buSzPct val="70000"/>
        <a:buFont typeface="Wingdings" pitchFamily="2" charset="2"/>
        <a:buChar char="ü"/>
        <a:defRPr kumimoji="1" sz="1400">
          <a:solidFill>
            <a:schemeClr val="tx1"/>
          </a:solidFill>
          <a:latin typeface="+mn-lt"/>
          <a:ea typeface="+mn-ea"/>
        </a:defRPr>
      </a:lvl6pPr>
      <a:lvl7pPr marL="1474788" algn="l" rtl="0" fontAlgn="ctr">
        <a:lnSpc>
          <a:spcPct val="125000"/>
        </a:lnSpc>
        <a:spcBef>
          <a:spcPct val="20000"/>
        </a:spcBef>
        <a:spcAft>
          <a:spcPct val="0"/>
        </a:spcAft>
        <a:buClr>
          <a:srgbClr val="A2A2A2"/>
        </a:buClr>
        <a:buSzPct val="70000"/>
        <a:buFont typeface="Wingdings" pitchFamily="2" charset="2"/>
        <a:buChar char="ü"/>
        <a:defRPr kumimoji="1" sz="1400">
          <a:solidFill>
            <a:schemeClr val="tx1"/>
          </a:solidFill>
          <a:latin typeface="+mn-lt"/>
          <a:ea typeface="+mn-ea"/>
        </a:defRPr>
      </a:lvl7pPr>
      <a:lvl8pPr marL="1931988" algn="l" rtl="0" fontAlgn="ctr">
        <a:lnSpc>
          <a:spcPct val="125000"/>
        </a:lnSpc>
        <a:spcBef>
          <a:spcPct val="20000"/>
        </a:spcBef>
        <a:spcAft>
          <a:spcPct val="0"/>
        </a:spcAft>
        <a:buClr>
          <a:srgbClr val="A2A2A2"/>
        </a:buClr>
        <a:buSzPct val="70000"/>
        <a:buFont typeface="Wingdings" pitchFamily="2" charset="2"/>
        <a:buChar char="ü"/>
        <a:defRPr kumimoji="1" sz="1400">
          <a:solidFill>
            <a:schemeClr val="tx1"/>
          </a:solidFill>
          <a:latin typeface="+mn-lt"/>
          <a:ea typeface="+mn-ea"/>
        </a:defRPr>
      </a:lvl8pPr>
      <a:lvl9pPr marL="2389188" algn="l" rtl="0" fontAlgn="ctr">
        <a:lnSpc>
          <a:spcPct val="125000"/>
        </a:lnSpc>
        <a:spcBef>
          <a:spcPct val="20000"/>
        </a:spcBef>
        <a:spcAft>
          <a:spcPct val="0"/>
        </a:spcAft>
        <a:buClr>
          <a:srgbClr val="A2A2A2"/>
        </a:buClr>
        <a:buSzPct val="70000"/>
        <a:buFont typeface="Wingdings" pitchFamily="2" charset="2"/>
        <a:buChar char="ü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120" userDrawn="1">
          <p15:clr>
            <a:srgbClr val="F26B43"/>
          </p15:clr>
        </p15:guide>
        <p15:guide id="3" pos="104" userDrawn="1">
          <p15:clr>
            <a:srgbClr val="F26B43"/>
          </p15:clr>
        </p15:guide>
        <p15:guide id="4" pos="613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21">
            <a:extLst>
              <a:ext uri="{FF2B5EF4-FFF2-40B4-BE49-F238E27FC236}">
                <a16:creationId xmlns:a16="http://schemas.microsoft.com/office/drawing/2014/main" id="{A66AC57F-6831-4681-A36D-F04E94C5ABE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74155" y="6667002"/>
            <a:ext cx="2110515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rIns="91441">
            <a:spAutoFit/>
          </a:bodyPr>
          <a:lstStyle>
            <a:lvl1pPr algn="l">
              <a:spcBef>
                <a:spcPct val="0"/>
              </a:spcBef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algn="l">
              <a:spcBef>
                <a:spcPct val="0"/>
              </a:spcBef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algn="l">
              <a:spcBef>
                <a:spcPct val="0"/>
              </a:spcBef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algn="l">
              <a:spcBef>
                <a:spcPct val="0"/>
              </a:spcBef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algn="l">
              <a:spcBef>
                <a:spcPct val="0"/>
              </a:spcBef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0" hangingPunct="0">
              <a:defRPr/>
            </a:pPr>
            <a:r>
              <a:rPr lang="en-US" altLang="ja-JP" sz="7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Copyright (c) The Japan Research Institute, Limited </a:t>
            </a:r>
          </a:p>
        </p:txBody>
      </p:sp>
    </p:spTree>
    <p:extLst>
      <p:ext uri="{BB962C8B-B14F-4D97-AF65-F5344CB8AC3E}">
        <p14:creationId xmlns:p14="http://schemas.microsoft.com/office/powerpoint/2010/main" val="4012039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200" b="1">
          <a:solidFill>
            <a:schemeClr val="tx2"/>
          </a:solidFill>
          <a:latin typeface="ＭＳ Ｐゴシック" pitchFamily="50" charset="-128"/>
          <a:ea typeface="ＭＳ Ｐゴシック" pitchFamily="5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200" b="1">
          <a:solidFill>
            <a:schemeClr val="tx2"/>
          </a:solidFill>
          <a:latin typeface="ＭＳ Ｐゴシック" pitchFamily="50" charset="-128"/>
          <a:ea typeface="ＭＳ Ｐゴシック" pitchFamily="5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200" b="1">
          <a:solidFill>
            <a:schemeClr val="tx2"/>
          </a:solidFill>
          <a:latin typeface="ＭＳ Ｐゴシック" pitchFamily="50" charset="-128"/>
          <a:ea typeface="ＭＳ Ｐゴシック" pitchFamily="5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200" b="1">
          <a:solidFill>
            <a:schemeClr val="tx2"/>
          </a:solidFill>
          <a:latin typeface="ＭＳ Ｐゴシック" pitchFamily="50" charset="-128"/>
          <a:ea typeface="ＭＳ Ｐゴシック" pitchFamily="50" charset="-128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2200" b="1">
          <a:solidFill>
            <a:schemeClr val="tx2"/>
          </a:solidFill>
          <a:latin typeface="ＭＳ Ｐゴシック" pitchFamily="50" charset="-128"/>
          <a:ea typeface="ＭＳ Ｐゴシック" pitchFamily="50" charset="-128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2200" b="1">
          <a:solidFill>
            <a:schemeClr val="tx2"/>
          </a:solidFill>
          <a:latin typeface="ＭＳ Ｐゴシック" pitchFamily="50" charset="-128"/>
          <a:ea typeface="ＭＳ Ｐゴシック" pitchFamily="50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2200" b="1">
          <a:solidFill>
            <a:schemeClr val="tx2"/>
          </a:solidFill>
          <a:latin typeface="ＭＳ Ｐゴシック" pitchFamily="50" charset="-128"/>
          <a:ea typeface="ＭＳ Ｐゴシック" pitchFamily="50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2200" b="1">
          <a:solidFill>
            <a:schemeClr val="tx2"/>
          </a:solidFill>
          <a:latin typeface="ＭＳ Ｐゴシック" pitchFamily="50" charset="-128"/>
          <a:ea typeface="ＭＳ Ｐゴシック" pitchFamily="50" charset="-128"/>
        </a:defRPr>
      </a:lvl9pPr>
    </p:titleStyle>
    <p:bodyStyle>
      <a:lvl1pPr marL="188913" indent="-188913" algn="l" rtl="0" eaLnBrk="0" fontAlgn="base" hangingPunct="0">
        <a:lnSpc>
          <a:spcPct val="125000"/>
        </a:lnSpc>
        <a:spcBef>
          <a:spcPct val="80000"/>
        </a:spcBef>
        <a:spcAft>
          <a:spcPct val="0"/>
        </a:spcAft>
        <a:buClr>
          <a:srgbClr val="003C2C"/>
        </a:buClr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  <a:cs typeface="+mn-cs"/>
        </a:defRPr>
      </a:lvl1pPr>
      <a:lvl2pPr marL="390525" indent="-168275" algn="l" rtl="0" eaLnBrk="0" fontAlgn="base" hangingPunct="0">
        <a:lnSpc>
          <a:spcPct val="125000"/>
        </a:lnSpc>
        <a:spcBef>
          <a:spcPct val="20000"/>
        </a:spcBef>
        <a:spcAft>
          <a:spcPct val="0"/>
        </a:spcAft>
        <a:buClr>
          <a:srgbClr val="A8D435"/>
        </a:buClr>
        <a:buSzPct val="90000"/>
        <a:buFont typeface="Wingdings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2pPr>
      <a:lvl3pPr marL="392113" indent="522288" algn="l" rtl="0" eaLnBrk="0" fontAlgn="base" hangingPunct="0">
        <a:lnSpc>
          <a:spcPct val="125000"/>
        </a:lnSpc>
        <a:spcBef>
          <a:spcPct val="20000"/>
        </a:spcBef>
        <a:spcAft>
          <a:spcPct val="0"/>
        </a:spcAft>
        <a:buClr>
          <a:srgbClr val="A2A2A2"/>
        </a:buClr>
        <a:buSzPct val="70000"/>
        <a:buFont typeface="Wingdings" pitchFamily="2" charset="2"/>
        <a:defRPr kumimoji="1" sz="1600">
          <a:solidFill>
            <a:schemeClr val="tx1"/>
          </a:solidFill>
          <a:latin typeface="+mn-lt"/>
          <a:ea typeface="+mn-ea"/>
        </a:defRPr>
      </a:lvl3pPr>
      <a:lvl4pPr marL="558800" indent="-119063" algn="l" rtl="0" eaLnBrk="0" fontAlgn="ctr" hangingPunct="0">
        <a:lnSpc>
          <a:spcPct val="125000"/>
        </a:lnSpc>
        <a:spcBef>
          <a:spcPct val="20000"/>
        </a:spcBef>
        <a:spcAft>
          <a:spcPct val="0"/>
        </a:spcAft>
        <a:buClr>
          <a:srgbClr val="A2A2A2"/>
        </a:buClr>
        <a:buSzPct val="70000"/>
        <a:buFont typeface="Wingdings" pitchFamily="2" charset="2"/>
        <a:buChar char="l"/>
        <a:defRPr kumimoji="1" sz="1400">
          <a:solidFill>
            <a:schemeClr val="tx1"/>
          </a:solidFill>
          <a:latin typeface="+mn-lt"/>
          <a:ea typeface="+mn-ea"/>
        </a:defRPr>
      </a:lvl4pPr>
      <a:lvl5pPr marL="560388" indent="1268413" algn="l" rtl="0" eaLnBrk="0" fontAlgn="ctr" hangingPunct="0">
        <a:lnSpc>
          <a:spcPct val="125000"/>
        </a:lnSpc>
        <a:spcBef>
          <a:spcPct val="20000"/>
        </a:spcBef>
        <a:spcAft>
          <a:spcPct val="0"/>
        </a:spcAft>
        <a:buClr>
          <a:srgbClr val="A2A2A2"/>
        </a:buClr>
        <a:buSzPct val="70000"/>
        <a:buFont typeface="Wingdings" pitchFamily="2" charset="2"/>
        <a:buChar char="ü"/>
        <a:defRPr kumimoji="1" sz="1400">
          <a:solidFill>
            <a:schemeClr val="tx1"/>
          </a:solidFill>
          <a:latin typeface="+mn-lt"/>
          <a:ea typeface="+mn-ea"/>
        </a:defRPr>
      </a:lvl5pPr>
      <a:lvl6pPr marL="1017588" algn="l" rtl="0" fontAlgn="ctr">
        <a:lnSpc>
          <a:spcPct val="125000"/>
        </a:lnSpc>
        <a:spcBef>
          <a:spcPct val="20000"/>
        </a:spcBef>
        <a:spcAft>
          <a:spcPct val="0"/>
        </a:spcAft>
        <a:buClr>
          <a:srgbClr val="A2A2A2"/>
        </a:buClr>
        <a:buSzPct val="70000"/>
        <a:buFont typeface="Wingdings" pitchFamily="2" charset="2"/>
        <a:buChar char="ü"/>
        <a:defRPr kumimoji="1" sz="1400">
          <a:solidFill>
            <a:schemeClr val="tx1"/>
          </a:solidFill>
          <a:latin typeface="+mn-lt"/>
          <a:ea typeface="+mn-ea"/>
        </a:defRPr>
      </a:lvl6pPr>
      <a:lvl7pPr marL="1474788" algn="l" rtl="0" fontAlgn="ctr">
        <a:lnSpc>
          <a:spcPct val="125000"/>
        </a:lnSpc>
        <a:spcBef>
          <a:spcPct val="20000"/>
        </a:spcBef>
        <a:spcAft>
          <a:spcPct val="0"/>
        </a:spcAft>
        <a:buClr>
          <a:srgbClr val="A2A2A2"/>
        </a:buClr>
        <a:buSzPct val="70000"/>
        <a:buFont typeface="Wingdings" pitchFamily="2" charset="2"/>
        <a:buChar char="ü"/>
        <a:defRPr kumimoji="1" sz="1400">
          <a:solidFill>
            <a:schemeClr val="tx1"/>
          </a:solidFill>
          <a:latin typeface="+mn-lt"/>
          <a:ea typeface="+mn-ea"/>
        </a:defRPr>
      </a:lvl7pPr>
      <a:lvl8pPr marL="1931988" algn="l" rtl="0" fontAlgn="ctr">
        <a:lnSpc>
          <a:spcPct val="125000"/>
        </a:lnSpc>
        <a:spcBef>
          <a:spcPct val="20000"/>
        </a:spcBef>
        <a:spcAft>
          <a:spcPct val="0"/>
        </a:spcAft>
        <a:buClr>
          <a:srgbClr val="A2A2A2"/>
        </a:buClr>
        <a:buSzPct val="70000"/>
        <a:buFont typeface="Wingdings" pitchFamily="2" charset="2"/>
        <a:buChar char="ü"/>
        <a:defRPr kumimoji="1" sz="1400">
          <a:solidFill>
            <a:schemeClr val="tx1"/>
          </a:solidFill>
          <a:latin typeface="+mn-lt"/>
          <a:ea typeface="+mn-ea"/>
        </a:defRPr>
      </a:lvl8pPr>
      <a:lvl9pPr marL="2389188" algn="l" rtl="0" fontAlgn="ctr">
        <a:lnSpc>
          <a:spcPct val="125000"/>
        </a:lnSpc>
        <a:spcBef>
          <a:spcPct val="20000"/>
        </a:spcBef>
        <a:spcAft>
          <a:spcPct val="0"/>
        </a:spcAft>
        <a:buClr>
          <a:srgbClr val="A2A2A2"/>
        </a:buClr>
        <a:buSzPct val="70000"/>
        <a:buFont typeface="Wingdings" pitchFamily="2" charset="2"/>
        <a:buChar char="ü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120">
          <p15:clr>
            <a:srgbClr val="F26B43"/>
          </p15:clr>
        </p15:guide>
        <p15:guide id="3" pos="104">
          <p15:clr>
            <a:srgbClr val="F26B43"/>
          </p15:clr>
        </p15:guide>
        <p15:guide id="4" pos="61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CCD8B4A0-B15E-3D59-C0C6-E673AD1CCD6A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7CBDEB8-0770-47D9-C5EC-6F7604BD788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3DF6EC9-0671-7D7A-52BD-9E89FBDB19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表プレースホルダー 4">
            <a:extLst>
              <a:ext uri="{FF2B5EF4-FFF2-40B4-BE49-F238E27FC236}">
                <a16:creationId xmlns:a16="http://schemas.microsoft.com/office/drawing/2014/main" id="{2F1633C9-AAEB-AC77-88C9-0C4E7C620CA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CCD2F12C-250E-17E0-E742-FE4BCB1E016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A62D9D3-5224-5188-8E0D-53A4AA03E3C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BA8C6AF7-03BD-8E22-3BB5-50396085A1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37C3C2DC-366E-8405-734B-79A2F775CC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0" name="タイトル 9">
            <a:extLst>
              <a:ext uri="{FF2B5EF4-FFF2-40B4-BE49-F238E27FC236}">
                <a16:creationId xmlns:a16="http://schemas.microsoft.com/office/drawing/2014/main" id="{EEBB0404-1B4C-03C5-E197-2C6282344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sz="2200"/>
          </a:p>
        </p:txBody>
      </p:sp>
    </p:spTree>
    <p:extLst>
      <p:ext uri="{BB962C8B-B14F-4D97-AF65-F5344CB8AC3E}">
        <p14:creationId xmlns:p14="http://schemas.microsoft.com/office/powerpoint/2010/main" val="376568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85A3673-84EA-99CB-8A45-6DE675F83AC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A8F24DF-6BCE-F520-91AA-85CD361D307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表プレースホルダー 3">
            <a:extLst>
              <a:ext uri="{FF2B5EF4-FFF2-40B4-BE49-F238E27FC236}">
                <a16:creationId xmlns:a16="http://schemas.microsoft.com/office/drawing/2014/main" id="{A0253111-C427-B9EF-B513-663555638B24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35CC423-65D8-447E-A929-0D7FE87EBBE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2FDC207B-DDD0-F4D0-92C0-E0081A061B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8E270A97-6300-1D2F-C50C-3CBC10B4C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sz="2200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8FEF1F53-68C9-B0E9-9DD3-2E0835139E5E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4100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5BF55D-71BD-4325-9E19-DF616E580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kumimoji="1" lang="en-US" altLang="ja-JP" sz="2200" dirty="0"/>
              <a:t>３</a:t>
            </a:r>
            <a:r>
              <a:rPr kumimoji="1" lang="ja-JP" altLang="en-US" sz="2200"/>
              <a:t>．提示金額</a:t>
            </a:r>
          </a:p>
        </p:txBody>
      </p:sp>
      <p:sp>
        <p:nvSpPr>
          <p:cNvPr id="3" name="テキスト プレースホルダー 3">
            <a:extLst>
              <a:ext uri="{FF2B5EF4-FFF2-40B4-BE49-F238E27FC236}">
                <a16:creationId xmlns:a16="http://schemas.microsoft.com/office/drawing/2014/main" id="{4AE467E9-D9C5-4F14-B728-628096CEC44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5001" y="564768"/>
            <a:ext cx="9576000" cy="601518"/>
          </a:xfrm>
        </p:spPr>
        <p:txBody>
          <a:bodyPr/>
          <a:lstStyle/>
          <a:p>
            <a:r>
              <a:rPr kumimoji="1" lang="ja-JP" altLang="en-US"/>
              <a:t>提示金額（初期）　　　　：　○○．○億円</a:t>
            </a:r>
            <a:endParaRPr kumimoji="1" lang="en-US" altLang="ja-JP" dirty="0"/>
          </a:p>
          <a:p>
            <a:r>
              <a:rPr lang="ja-JP" altLang="en-US"/>
              <a:t>提示金額（ランニング）　</a:t>
            </a:r>
            <a:r>
              <a:rPr lang="en-US" altLang="ja-JP" dirty="0"/>
              <a:t> </a:t>
            </a:r>
            <a:r>
              <a:rPr lang="ja-JP" altLang="en-US"/>
              <a:t>：　年　○○．○億円</a:t>
            </a:r>
            <a:endParaRPr lang="en-US" altLang="ja-JP" dirty="0"/>
          </a:p>
          <a:p>
            <a:pPr marL="0" indent="0">
              <a:buNone/>
            </a:pPr>
            <a:endParaRPr kumimoji="1"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3AFDB80-CF91-4590-964F-9FB3D0423D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Rectangle 23">
            <a:extLst>
              <a:ext uri="{FF2B5EF4-FFF2-40B4-BE49-F238E27FC236}">
                <a16:creationId xmlns:a16="http://schemas.microsoft.com/office/drawing/2014/main" id="{09FFA275-FE6E-4A2B-A368-C25821B13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3776" y="23694"/>
            <a:ext cx="921776" cy="26035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742950" eaLnBrk="0" hangingPunct="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defTabSz="742950" eaLnBrk="0" hangingPunct="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defTabSz="742950" eaLnBrk="0" hangingPunct="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defTabSz="742950" eaLnBrk="0" hangingPunct="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defTabSz="742950" eaLnBrk="0" hangingPunct="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algn="just" defTabSz="742950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algn="just" defTabSz="742950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algn="just" defTabSz="742950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algn="just" defTabSz="742950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/>
            <a:r>
              <a:rPr lang="ja-JP" altLang="en-US" sz="1400" b="0" dirty="0">
                <a:solidFill>
                  <a:srgbClr val="292929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営業秘密</a:t>
            </a:r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A0DD979A-553A-0D17-DC0B-4CB91C1CCB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249112"/>
              </p:ext>
            </p:extLst>
          </p:nvPr>
        </p:nvGraphicFramePr>
        <p:xfrm>
          <a:off x="164904" y="1095950"/>
          <a:ext cx="9576000" cy="4541520"/>
        </p:xfrm>
        <a:graphic>
          <a:graphicData uri="http://schemas.openxmlformats.org/drawingml/2006/table">
            <a:tbl>
              <a:tblPr firstRow="1" bandRow="1">
                <a:solidFill>
                  <a:srgbClr val="0072CE"/>
                </a:solidFill>
                <a:tableStyleId>{5C22544A-7EE6-4342-B048-85BDC9FD1C3A}</a:tableStyleId>
              </a:tblPr>
              <a:tblGrid>
                <a:gridCol w="327465">
                  <a:extLst>
                    <a:ext uri="{9D8B030D-6E8A-4147-A177-3AD203B41FA5}">
                      <a16:colId xmlns:a16="http://schemas.microsoft.com/office/drawing/2014/main" val="2663729446"/>
                    </a:ext>
                  </a:extLst>
                </a:gridCol>
                <a:gridCol w="564515">
                  <a:extLst>
                    <a:ext uri="{9D8B030D-6E8A-4147-A177-3AD203B41FA5}">
                      <a16:colId xmlns:a16="http://schemas.microsoft.com/office/drawing/2014/main" val="4067009899"/>
                    </a:ext>
                  </a:extLst>
                </a:gridCol>
                <a:gridCol w="346821">
                  <a:extLst>
                    <a:ext uri="{9D8B030D-6E8A-4147-A177-3AD203B41FA5}">
                      <a16:colId xmlns:a16="http://schemas.microsoft.com/office/drawing/2014/main" val="1675379549"/>
                    </a:ext>
                  </a:extLst>
                </a:gridCol>
                <a:gridCol w="1549176">
                  <a:extLst>
                    <a:ext uri="{9D8B030D-6E8A-4147-A177-3AD203B41FA5}">
                      <a16:colId xmlns:a16="http://schemas.microsoft.com/office/drawing/2014/main" val="722149793"/>
                    </a:ext>
                  </a:extLst>
                </a:gridCol>
                <a:gridCol w="1197088">
                  <a:extLst>
                    <a:ext uri="{9D8B030D-6E8A-4147-A177-3AD203B41FA5}">
                      <a16:colId xmlns:a16="http://schemas.microsoft.com/office/drawing/2014/main" val="2393951337"/>
                    </a:ext>
                  </a:extLst>
                </a:gridCol>
                <a:gridCol w="994787">
                  <a:extLst>
                    <a:ext uri="{9D8B030D-6E8A-4147-A177-3AD203B41FA5}">
                      <a16:colId xmlns:a16="http://schemas.microsoft.com/office/drawing/2014/main" val="2402901669"/>
                    </a:ext>
                  </a:extLst>
                </a:gridCol>
                <a:gridCol w="1165609">
                  <a:extLst>
                    <a:ext uri="{9D8B030D-6E8A-4147-A177-3AD203B41FA5}">
                      <a16:colId xmlns:a16="http://schemas.microsoft.com/office/drawing/2014/main" val="1681129293"/>
                    </a:ext>
                  </a:extLst>
                </a:gridCol>
                <a:gridCol w="3430539">
                  <a:extLst>
                    <a:ext uri="{9D8B030D-6E8A-4147-A177-3AD203B41FA5}">
                      <a16:colId xmlns:a16="http://schemas.microsoft.com/office/drawing/2014/main" val="2375448642"/>
                    </a:ext>
                  </a:extLst>
                </a:gridCol>
              </a:tblGrid>
              <a:tr h="0">
                <a:tc rowSpan="2" gridSpan="4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提示額</a:t>
                      </a:r>
                      <a:r>
                        <a:rPr kumimoji="1" lang="ja-JP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（億円）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工数（人月）</a:t>
                      </a:r>
                      <a:endParaRPr kumimoji="1" lang="en-US" altLang="ja-JP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算出根拠・対応内容 等</a:t>
                      </a:r>
                      <a:endParaRPr kumimoji="1" lang="en-US" altLang="ja-JP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359456"/>
                  </a:ext>
                </a:extLst>
              </a:tr>
              <a:tr h="0">
                <a:tc gridSpan="4" v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900">
                          <a:solidFill>
                            <a:schemeClr val="bg1"/>
                          </a:solidFill>
                        </a:rPr>
                        <a:t>利益（億円）</a:t>
                      </a:r>
                      <a:endParaRPr kumimoji="1" lang="ja-JP" altLang="en-US" sz="10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en-US" altLang="ja-JP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kumimoji="1" lang="en-US" altLang="ja-JP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009628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r>
                        <a:rPr kumimoji="1" lang="ja-JP" altLang="en-US" sz="1200"/>
                        <a:t>（１）初期　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997090"/>
                  </a:ext>
                </a:extLst>
              </a:tr>
              <a:tr h="0">
                <a:tc rowSpan="10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kumimoji="1" lang="ja-JP" altLang="en-US" sz="1200"/>
                        <a:t>期間請負　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93839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200"/>
                        <a:t>社員　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5115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内製開発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55359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PJ</a:t>
                      </a:r>
                      <a:r>
                        <a:rPr kumimoji="1" lang="ja-JP" altLang="en-US" sz="1200"/>
                        <a:t>管理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6605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kumimoji="1" lang="en-US" altLang="ja-JP" sz="1200" dirty="0"/>
                        <a:t>PN</a:t>
                      </a:r>
                      <a:r>
                        <a:rPr kumimoji="1" lang="ja-JP" altLang="en-US" sz="1200"/>
                        <a:t>（委託先名）</a:t>
                      </a:r>
                      <a:endParaRPr kumimoji="1" lang="en-US" altLang="ja-JP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109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r>
                        <a:rPr kumimoji="1" lang="en-US" altLang="ja-JP" sz="1200" dirty="0"/>
                        <a:t>SI</a:t>
                      </a:r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200"/>
                        <a:t>計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ja-JP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ー</a:t>
                      </a:r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28809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200"/>
                        <a:t>業務</a:t>
                      </a:r>
                      <a:r>
                        <a:rPr kumimoji="1" lang="en-US" altLang="ja-JP" sz="1200" dirty="0"/>
                        <a:t>SI</a:t>
                      </a:r>
                      <a:r>
                        <a:rPr kumimoji="1" lang="ja-JP" altLang="en-US" sz="1200"/>
                        <a:t>（委託先名）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ja-JP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ー</a:t>
                      </a:r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57413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200"/>
                        <a:t>業務</a:t>
                      </a:r>
                      <a:r>
                        <a:rPr kumimoji="1" lang="en-US" altLang="ja-JP" sz="1200" dirty="0"/>
                        <a:t>SI</a:t>
                      </a:r>
                      <a:r>
                        <a:rPr kumimoji="1" lang="ja-JP" altLang="en-US" sz="1200"/>
                        <a:t>（委託先名）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ja-JP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ー</a:t>
                      </a:r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4849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200"/>
                        <a:t>基盤構築（委託先名）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ja-JP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ー</a:t>
                      </a:r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6509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kumimoji="1" lang="en-US" altLang="ja-JP" sz="1200" dirty="0"/>
                        <a:t>HW</a:t>
                      </a:r>
                      <a:r>
                        <a:rPr kumimoji="1" lang="ja-JP" altLang="en-US" sz="1200"/>
                        <a:t>・</a:t>
                      </a:r>
                      <a:r>
                        <a:rPr kumimoji="1" lang="en-US" altLang="ja-JP" sz="1200" dirty="0"/>
                        <a:t>PP</a:t>
                      </a:r>
                      <a:r>
                        <a:rPr kumimoji="1" lang="ja-JP" altLang="en-US" sz="1200"/>
                        <a:t>（調達先・日本</a:t>
                      </a:r>
                      <a:r>
                        <a:rPr kumimoji="1" lang="en-US" altLang="ja-JP" sz="1200" dirty="0"/>
                        <a:t>IBM</a:t>
                      </a:r>
                      <a:r>
                        <a:rPr kumimoji="1" lang="ja-JP" altLang="en-US" sz="1200"/>
                        <a:t>）計</a:t>
                      </a:r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707549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r>
                        <a:rPr kumimoji="1" lang="ja-JP" altLang="en-US" sz="1200"/>
                        <a:t>（２）ランニング　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ja-JP" altLang="en-US" sz="1200"/>
                        <a:t>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ja-JP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ー</a:t>
                      </a:r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31259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kumimoji="1" lang="ja-JP" altLang="en-US" sz="1200"/>
                        <a:t>機器（リース・使用料）等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ja-JP" altLang="en-US" sz="1200"/>
                        <a:t>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ja-JP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ー</a:t>
                      </a:r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10013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kumimoji="1" lang="ja-JP" altLang="en-US" sz="1200"/>
                        <a:t>ソフト使用料、保守料等</a:t>
                      </a:r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ja-JP" altLang="en-US" sz="1200"/>
                        <a:t>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ja-JP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ー</a:t>
                      </a:r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10795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kumimoji="1" lang="ja-JP" altLang="en-US" sz="1200"/>
                        <a:t>運用、設備等</a:t>
                      </a:r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ja-JP" altLang="en-US" sz="1200"/>
                        <a:t>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ja-JP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ー</a:t>
                      </a:r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206855"/>
                  </a:ext>
                </a:extLst>
              </a:tr>
            </a:tbl>
          </a:graphicData>
        </a:graphic>
      </p:graphicFrame>
      <p:sp>
        <p:nvSpPr>
          <p:cNvPr id="10" name="テキスト プレースホルダー 2">
            <a:extLst>
              <a:ext uri="{FF2B5EF4-FFF2-40B4-BE49-F238E27FC236}">
                <a16:creationId xmlns:a16="http://schemas.microsoft.com/office/drawing/2014/main" id="{93108CED-047E-7CCE-253A-5C7AC31F5708}"/>
              </a:ext>
            </a:extLst>
          </p:cNvPr>
          <p:cNvSpPr txBox="1">
            <a:spLocks/>
          </p:cNvSpPr>
          <p:nvPr/>
        </p:nvSpPr>
        <p:spPr>
          <a:xfrm>
            <a:off x="164904" y="5842906"/>
            <a:ext cx="2528054" cy="379990"/>
          </a:xfrm>
          <a:prstGeom prst="rect">
            <a:avLst/>
          </a:prstGeom>
        </p:spPr>
        <p:txBody>
          <a:bodyPr/>
          <a:lstStyle>
            <a:lvl1pPr marL="180975" indent="-180975" algn="l" rtl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l"/>
              <a:defRPr kumimoji="1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90525" indent="-168275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A8D435"/>
              </a:buClr>
              <a:buSzPct val="90000"/>
              <a:buFont typeface="Wingdings" pitchFamily="2" charset="2"/>
              <a:buChar char="l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2pPr>
            <a:lvl3pPr marL="392113" indent="522288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A2A2A2"/>
              </a:buClr>
              <a:buSzPct val="70000"/>
              <a:buFont typeface="Wingdings" pitchFamily="2" charset="2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558800" indent="-119063" algn="l" rtl="0" eaLnBrk="0" fontAlgn="ctr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A2A2A2"/>
              </a:buClr>
              <a:buSzPct val="70000"/>
              <a:buFont typeface="Wingdings" pitchFamily="2" charset="2"/>
              <a:buChar char="l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4pPr>
            <a:lvl5pPr marL="560388" indent="1268413" algn="l" rtl="0" eaLnBrk="0" fontAlgn="ctr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A2A2A2"/>
              </a:buClr>
              <a:buSzPct val="70000"/>
              <a:buFont typeface="Wingdings" pitchFamily="2" charset="2"/>
              <a:buChar char="ü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1017588" algn="l" rtl="0" fontAlgn="ctr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A2A2A2"/>
              </a:buClr>
              <a:buSzPct val="70000"/>
              <a:buFont typeface="Wingdings" pitchFamily="2" charset="2"/>
              <a:buChar char="ü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1474788" algn="l" rtl="0" fontAlgn="ctr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A2A2A2"/>
              </a:buClr>
              <a:buSzPct val="70000"/>
              <a:buFont typeface="Wingdings" pitchFamily="2" charset="2"/>
              <a:buChar char="ü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1931988" algn="l" rtl="0" fontAlgn="ctr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A2A2A2"/>
              </a:buClr>
              <a:buSzPct val="70000"/>
              <a:buFont typeface="Wingdings" pitchFamily="2" charset="2"/>
              <a:buChar char="ü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2389188" algn="l" rtl="0" fontAlgn="ctr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A2A2A2"/>
              </a:buClr>
              <a:buSzPct val="70000"/>
              <a:buFont typeface="Wingdings" pitchFamily="2" charset="2"/>
              <a:buChar char="ü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ja-JP" altLang="en-US" sz="1200" b="1" kern="0"/>
              <a:t>＜ご参考　</a:t>
            </a:r>
            <a:r>
              <a:rPr lang="en-US" altLang="ja-JP" sz="1200" b="1" kern="0" dirty="0"/>
              <a:t>SMBC</a:t>
            </a:r>
            <a:r>
              <a:rPr lang="ja-JP" altLang="en-US" sz="1200" b="1" kern="0"/>
              <a:t>直発注分＞</a:t>
            </a:r>
          </a:p>
        </p:txBody>
      </p:sp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0CCB6236-EAEB-8994-433E-593268BC9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33542"/>
              </p:ext>
            </p:extLst>
          </p:nvPr>
        </p:nvGraphicFramePr>
        <p:xfrm>
          <a:off x="164904" y="6122371"/>
          <a:ext cx="9576000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9263">
                  <a:extLst>
                    <a:ext uri="{9D8B030D-6E8A-4147-A177-3AD203B41FA5}">
                      <a16:colId xmlns:a16="http://schemas.microsoft.com/office/drawing/2014/main" val="3887571648"/>
                    </a:ext>
                  </a:extLst>
                </a:gridCol>
                <a:gridCol w="1205802">
                  <a:extLst>
                    <a:ext uri="{9D8B030D-6E8A-4147-A177-3AD203B41FA5}">
                      <a16:colId xmlns:a16="http://schemas.microsoft.com/office/drawing/2014/main" val="863798793"/>
                    </a:ext>
                  </a:extLst>
                </a:gridCol>
                <a:gridCol w="1095271">
                  <a:extLst>
                    <a:ext uri="{9D8B030D-6E8A-4147-A177-3AD203B41FA5}">
                      <a16:colId xmlns:a16="http://schemas.microsoft.com/office/drawing/2014/main" val="4053579012"/>
                    </a:ext>
                  </a:extLst>
                </a:gridCol>
                <a:gridCol w="4495664">
                  <a:extLst>
                    <a:ext uri="{9D8B030D-6E8A-4147-A177-3AD203B41FA5}">
                      <a16:colId xmlns:a16="http://schemas.microsoft.com/office/drawing/2014/main" val="1629619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システム・</a:t>
                      </a:r>
                      <a:r>
                        <a:rPr kumimoji="1" lang="en-US" altLang="ja-JP" sz="1200" dirty="0"/>
                        <a:t>PP</a:t>
                      </a:r>
                      <a:endParaRPr kumimoji="1" lang="ja-JP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金額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委託先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算出根拠・対応内容　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595420"/>
                  </a:ext>
                </a:extLst>
              </a:tr>
              <a:tr h="209154">
                <a:tc>
                  <a:txBody>
                    <a:bodyPr/>
                    <a:lstStyle/>
                    <a:p>
                      <a:r>
                        <a:rPr kumimoji="1" lang="ja-JP" altLang="en-US" sz="1400"/>
                        <a:t>システム構築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kumimoji="1" lang="ja-JP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en-US" altLang="ja-JP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513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2010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1948606-BBDA-3752-CC15-5699CDB8A8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DF4616-EE30-98A1-E310-4F3ED2B77C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7ED21345-82F1-91D3-7E93-D4A2BC0C3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sz="220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9AC324A-42C5-410E-07B0-645DD7707B0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6B60F86-5705-7AEE-F2F5-DA303F7A8CA2}"/>
              </a:ext>
            </a:extLst>
          </p:cNvPr>
          <p:cNvSpPr>
            <a:spLocks noGrp="1"/>
          </p:cNvSpPr>
          <p:nvPr>
            <p:ph sz="quarter" idx="27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1931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5E5747B-46FE-5A4F-E7C8-353714721B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2BC11EB5-7C9F-9957-CB05-B8F71F00B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sz="220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574F277-ABCF-65C9-B4D4-FC3370D4400C}"/>
              </a:ext>
            </a:extLst>
          </p:cNvPr>
          <p:cNvSpPr>
            <a:spLocks noGrp="1"/>
          </p:cNvSpPr>
          <p:nvPr>
            <p:ph sz="quarter" idx="27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FF73AAF8-A0E6-1E37-E81D-907B9568D012}"/>
              </a:ext>
            </a:extLst>
          </p:cNvPr>
          <p:cNvSpPr>
            <a:spLocks noGrp="1"/>
          </p:cNvSpPr>
          <p:nvPr>
            <p:ph sz="quarter" idx="28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9B2E08D-DC0C-9581-B150-831B9252B641}"/>
              </a:ext>
            </a:extLst>
          </p:cNvPr>
          <p:cNvSpPr>
            <a:spLocks noGrp="1"/>
          </p:cNvSpPr>
          <p:nvPr>
            <p:ph sz="quarter" idx="29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0339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EA4AB91-3AD0-F80A-081C-E957818C64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2D4E75-30A4-3A68-7648-3EF7FAAB04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31304054-E284-C187-594B-724C1682D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sz="220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21C04CDE-E09E-BFF8-2087-1E9ECBA291FC}"/>
              </a:ext>
            </a:extLst>
          </p:cNvPr>
          <p:cNvSpPr>
            <a:spLocks noGrp="1"/>
          </p:cNvSpPr>
          <p:nvPr>
            <p:ph sz="quarter" idx="27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18231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ColorPalettes"/>
</p:tagLst>
</file>

<file path=ppt/theme/theme1.xml><?xml version="1.0" encoding="utf-8"?>
<a:theme xmlns:a="http://schemas.openxmlformats.org/drawingml/2006/main" name="システム部門 資料テンプレート">
  <a:themeElements>
    <a:clrScheme name="システム部門">
      <a:dk1>
        <a:srgbClr val="000000"/>
      </a:dk1>
      <a:lt1>
        <a:srgbClr val="FFFFFF"/>
      </a:lt1>
      <a:dk2>
        <a:srgbClr val="003599"/>
      </a:dk2>
      <a:lt2>
        <a:srgbClr val="D4ECF6"/>
      </a:lt2>
      <a:accent1>
        <a:srgbClr val="0072CE"/>
      </a:accent1>
      <a:accent2>
        <a:srgbClr val="C0504D"/>
      </a:accent2>
      <a:accent3>
        <a:srgbClr val="9BBB59"/>
      </a:accent3>
      <a:accent4>
        <a:srgbClr val="8064A2"/>
      </a:accent4>
      <a:accent5>
        <a:srgbClr val="00005A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just" defTabSz="74295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00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+mn-ea"/>
            <a:ea typeface="+mn-ea"/>
            <a:cs typeface="Meiryo UI" panose="020B0604030504040204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just" defTabSz="742950" rtl="0" eaLnBrk="1" fontAlgn="base" latinLnBrk="0" hangingPunct="1">
          <a:lnSpc>
            <a:spcPts val="21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50" charset="-128"/>
          </a:defRPr>
        </a:defPPr>
      </a:lstStyle>
    </a:lnDef>
    <a:txDef>
      <a:spPr>
        <a:noFill/>
      </a:spPr>
      <a:bodyPr wrap="none" rtlCol="0">
        <a:spAutoFit/>
      </a:bodyPr>
      <a:lstStyle>
        <a:defPPr algn="l">
          <a:defRPr kumimoji="1" sz="1400" dirty="0" smtClean="0">
            <a:latin typeface="+mn-ea"/>
            <a:ea typeface="+mn-ea"/>
            <a:cs typeface="Meiryo UI" panose="020B0604030504040204" pitchFamily="50" charset="-128"/>
          </a:defRPr>
        </a:defPPr>
      </a:lstStyle>
    </a:txDef>
  </a:objectDefaults>
  <a:extraClrSchemeLst>
    <a:extraClrScheme>
      <a:clrScheme name="1_本文/表紙 1">
        <a:dk1>
          <a:srgbClr val="292929"/>
        </a:dk1>
        <a:lt1>
          <a:srgbClr val="FFFFFF"/>
        </a:lt1>
        <a:dk2>
          <a:srgbClr val="003C2C"/>
        </a:dk2>
        <a:lt2>
          <a:srgbClr val="808080"/>
        </a:lt2>
        <a:accent1>
          <a:srgbClr val="A8D435"/>
        </a:accent1>
        <a:accent2>
          <a:srgbClr val="EAFF7F"/>
        </a:accent2>
        <a:accent3>
          <a:srgbClr val="FFFFFF"/>
        </a:accent3>
        <a:accent4>
          <a:srgbClr val="212121"/>
        </a:accent4>
        <a:accent5>
          <a:srgbClr val="D1E6AE"/>
        </a:accent5>
        <a:accent6>
          <a:srgbClr val="D4E772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システム部門 資料テンプレート（表紙・ページ番号無し）">
  <a:themeElements>
    <a:clrScheme name="システム部門">
      <a:dk1>
        <a:srgbClr val="000000"/>
      </a:dk1>
      <a:lt1>
        <a:srgbClr val="FFFFFF"/>
      </a:lt1>
      <a:dk2>
        <a:srgbClr val="003599"/>
      </a:dk2>
      <a:lt2>
        <a:srgbClr val="D4ECF6"/>
      </a:lt2>
      <a:accent1>
        <a:srgbClr val="0072CE"/>
      </a:accent1>
      <a:accent2>
        <a:srgbClr val="C0504D"/>
      </a:accent2>
      <a:accent3>
        <a:srgbClr val="9BBB59"/>
      </a:accent3>
      <a:accent4>
        <a:srgbClr val="8064A2"/>
      </a:accent4>
      <a:accent5>
        <a:srgbClr val="00005A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just" defTabSz="74295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00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+mn-ea"/>
            <a:ea typeface="+mn-ea"/>
            <a:cs typeface="Meiryo UI" panose="020B0604030504040204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just" defTabSz="742950" rtl="0" eaLnBrk="1" fontAlgn="base" latinLnBrk="0" hangingPunct="1">
          <a:lnSpc>
            <a:spcPts val="21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50" charset="-128"/>
          </a:defRPr>
        </a:defPPr>
      </a:lstStyle>
    </a:lnDef>
    <a:txDef>
      <a:spPr>
        <a:noFill/>
      </a:spPr>
      <a:bodyPr wrap="none" rtlCol="0">
        <a:spAutoFit/>
      </a:bodyPr>
      <a:lstStyle>
        <a:defPPr algn="l">
          <a:defRPr kumimoji="1" sz="1400" dirty="0" smtClean="0">
            <a:latin typeface="+mn-ea"/>
            <a:ea typeface="+mn-ea"/>
            <a:cs typeface="Meiryo UI" panose="020B0604030504040204" pitchFamily="50" charset="-128"/>
          </a:defRPr>
        </a:defPPr>
      </a:lstStyle>
    </a:txDef>
  </a:objectDefaults>
  <a:extraClrSchemeLst>
    <a:extraClrScheme>
      <a:clrScheme name="1_本文/表紙 1">
        <a:dk1>
          <a:srgbClr val="292929"/>
        </a:dk1>
        <a:lt1>
          <a:srgbClr val="FFFFFF"/>
        </a:lt1>
        <a:dk2>
          <a:srgbClr val="003C2C"/>
        </a:dk2>
        <a:lt2>
          <a:srgbClr val="808080"/>
        </a:lt2>
        <a:accent1>
          <a:srgbClr val="A8D435"/>
        </a:accent1>
        <a:accent2>
          <a:srgbClr val="EAFF7F"/>
        </a:accent2>
        <a:accent3>
          <a:srgbClr val="FFFFFF"/>
        </a:accent3>
        <a:accent4>
          <a:srgbClr val="212121"/>
        </a:accent4>
        <a:accent5>
          <a:srgbClr val="D1E6AE"/>
        </a:accent5>
        <a:accent6>
          <a:srgbClr val="D4E772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da3c21f-1c89-4c79-bdc1-51a203d16466">
      <Terms xmlns="http://schemas.microsoft.com/office/infopath/2007/PartnerControls"/>
    </lcf76f155ced4ddcb4097134ff3c332f>
    <TaxCatchAll xmlns="32cc87eb-95ee-46b2-8a4f-e4c19d67f47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78CA3DF7EA5DCB4696D50A178692CD6B" ma:contentTypeVersion="14" ma:contentTypeDescription="新しいドキュメントを作成します。" ma:contentTypeScope="" ma:versionID="ca8f3eb4a18a43d95edeb9cf328e3d26">
  <xsd:schema xmlns:xsd="http://www.w3.org/2001/XMLSchema" xmlns:xs="http://www.w3.org/2001/XMLSchema" xmlns:p="http://schemas.microsoft.com/office/2006/metadata/properties" xmlns:ns2="fda3c21f-1c89-4c79-bdc1-51a203d16466" xmlns:ns3="32cc87eb-95ee-46b2-8a4f-e4c19d67f474" targetNamespace="http://schemas.microsoft.com/office/2006/metadata/properties" ma:root="true" ma:fieldsID="452a6a1abf5e07dad38d19a068a0d606" ns2:_="" ns3:_="">
    <xsd:import namespace="fda3c21f-1c89-4c79-bdc1-51a203d16466"/>
    <xsd:import namespace="32cc87eb-95ee-46b2-8a4f-e4c19d67f4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a3c21f-1c89-4c79-bdc1-51a203d164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画像タグ" ma:readOnly="false" ma:fieldId="{5cf76f15-5ced-4ddc-b409-7134ff3c332f}" ma:taxonomyMulti="true" ma:sspId="9d9c9a3c-fcc5-402f-98fe-c7c4e5ec2b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cc87eb-95ee-46b2-8a4f-e4c19d67f474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de752cc-987a-4c26-8837-d95da7d8bb6c}" ma:internalName="TaxCatchAll" ma:showField="CatchAllData" ma:web="32cc87eb-95ee-46b2-8a4f-e4c19d67f4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CE051D-E410-436D-B4DC-DDC5DE3A8A39}">
  <ds:schemaRefs>
    <ds:schemaRef ds:uri="http://schemas.microsoft.com/office/2006/documentManagement/types"/>
    <ds:schemaRef ds:uri="http://schemas.microsoft.com/office/infopath/2007/PartnerControls"/>
    <ds:schemaRef ds:uri="54a5dc5c-33ae-4aa5-bfd3-6947018d41dc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70fa4a48-2d82-4cae-9908-0b599a5c0b57"/>
    <ds:schemaRef ds:uri="http://www.w3.org/XML/1998/namespace"/>
    <ds:schemaRef ds:uri="http://purl.org/dc/dcmitype/"/>
    <ds:schemaRef ds:uri="fda3c21f-1c89-4c79-bdc1-51a203d16466"/>
    <ds:schemaRef ds:uri="32cc87eb-95ee-46b2-8a4f-e4c19d67f474"/>
  </ds:schemaRefs>
</ds:datastoreItem>
</file>

<file path=customXml/itemProps2.xml><?xml version="1.0" encoding="utf-8"?>
<ds:datastoreItem xmlns:ds="http://schemas.openxmlformats.org/officeDocument/2006/customXml" ds:itemID="{E26A0283-E002-4988-B9E2-985FB616218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04F269-6B86-47A8-B9AA-209F0E4605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da3c21f-1c89-4c79-bdc1-51a203d16466"/>
    <ds:schemaRef ds:uri="32cc87eb-95ee-46b2-8a4f-e4c19d67f4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1103</TotalTime>
  <Words>146</Words>
  <Application>Microsoft Macintosh PowerPoint</Application>
  <PresentationFormat>A4 210 x 297 mm</PresentationFormat>
  <Paragraphs>42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6</vt:i4>
      </vt:variant>
    </vt:vector>
  </HeadingPairs>
  <TitlesOfParts>
    <vt:vector size="14" baseType="lpstr">
      <vt:lpstr>Meiryo UI</vt:lpstr>
      <vt:lpstr>ＭＳ Ｐゴシック</vt:lpstr>
      <vt:lpstr>Arial</vt:lpstr>
      <vt:lpstr>Calibri</vt:lpstr>
      <vt:lpstr>Segoe UI</vt:lpstr>
      <vt:lpstr>Wingdings</vt:lpstr>
      <vt:lpstr>システム部門 資料テンプレート</vt:lpstr>
      <vt:lpstr>システム部門 資料テンプレート（表紙・ページ番号無し）</vt:lpstr>
      <vt:lpstr>PowerPoint プレゼンテーション</vt:lpstr>
      <vt:lpstr>PowerPoint プレゼンテーション</vt:lpstr>
      <vt:lpstr>３．提示金額</vt:lpstr>
      <vt:lpstr>PowerPoint プレゼンテーション</vt:lpstr>
      <vt:lpstr>PowerPoint プレゼンテーション</vt:lpstr>
      <vt:lpstr>PowerPoint プレゼンテーション</vt:lpstr>
    </vt:vector>
  </TitlesOfParts>
  <Company>(株)日本総合研究所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案件名（30ﾎﾟｲﾝﾄ以上：MSPｺﾞｼｯｸ）</dc:title>
  <dc:creator/>
  <cp:lastModifiedBy>浦川 佑介／市統E／TEAMS (Urakawa Yusuke)</cp:lastModifiedBy>
  <cp:revision>20</cp:revision>
  <cp:lastPrinted>2019-11-19T05:30:20Z</cp:lastPrinted>
  <dcterms:created xsi:type="dcterms:W3CDTF">2005-12-11T06:35:40Z</dcterms:created>
  <dcterms:modified xsi:type="dcterms:W3CDTF">2026-02-10T01:02:46Z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0x01010078CA3DF7EA5DCB4696D50A178692CD6B</vt:lpwstr>
  </property>
  <property fmtid="{D5CDD505-2E9C-101B-9397-08002B2CF9AE}" pid="3" name="MediaServiceImageTags">
    <vt:lpwstr/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2025-12-08T03:27:29Z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6c85d350-3774-4a07-b584-8e226920281f</vt:lpwstr>
  </property>
  <property fmtid="{D5CDD505-2E9C-101B-9397-08002B2CF9AE}" pid="9" name="MSIP_Label_defa4170-0d19-0005-0004-bc88714345d2_ActionId">
    <vt:lpwstr>7714fcd0-898c-4f6e-828e-f65243a7522f</vt:lpwstr>
  </property>
  <property fmtid="{D5CDD505-2E9C-101B-9397-08002B2CF9AE}" pid="10" name="MSIP_Label_defa4170-0d19-0005-0004-bc88714345d2_ContentBits">
    <vt:lpwstr>0</vt:lpwstr>
  </property>
  <property fmtid="{D5CDD505-2E9C-101B-9397-08002B2CF9AE}" pid="11" name="MSIP_Label_defa4170-0d19-0005-0004-bc88714345d2_Tag">
    <vt:lpwstr>50, 3, 0, 1</vt:lpwstr>
  </property>
</Properties>
</file>